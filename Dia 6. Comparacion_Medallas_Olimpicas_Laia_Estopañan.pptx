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58" r:id="rId5"/>
    <p:sldId id="264" r:id="rId6"/>
    <p:sldId id="259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AF66CB-ACFF-49EA-95D6-3FCB72C97CC9}" v="25" dt="2026-09-17T14:54:53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a Estopañan Moreno" userId="a6de4759-a1cf-4b87-b003-de07c9506c21" providerId="ADAL" clId="{4A91B652-1121-4785-BBE2-3E264CAC6C09}"/>
    <pc:docChg chg="undo custSel addSld modSld sldOrd">
      <pc:chgData name="Laia Estopañan Moreno" userId="a6de4759-a1cf-4b87-b003-de07c9506c21" providerId="ADAL" clId="{4A91B652-1121-4785-BBE2-3E264CAC6C09}" dt="2026-09-17T14:52:53.555" v="321" actId="20577"/>
      <pc:docMkLst>
        <pc:docMk/>
      </pc:docMkLst>
      <pc:sldChg chg="modSp mod">
        <pc:chgData name="Laia Estopañan Moreno" userId="a6de4759-a1cf-4b87-b003-de07c9506c21" providerId="ADAL" clId="{4A91B652-1121-4785-BBE2-3E264CAC6C09}" dt="2026-09-17T14:38:20.249" v="292" actId="20577"/>
        <pc:sldMkLst>
          <pc:docMk/>
          <pc:sldMk cId="0" sldId="257"/>
        </pc:sldMkLst>
        <pc:spChg chg="mod">
          <ac:chgData name="Laia Estopañan Moreno" userId="a6de4759-a1cf-4b87-b003-de07c9506c21" providerId="ADAL" clId="{4A91B652-1121-4785-BBE2-3E264CAC6C09}" dt="2026-09-17T14:08:36.843" v="5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0:37.151" v="175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4:01.977" v="261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1:43.468" v="213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8:20.249" v="292" actId="20577"/>
          <ac:spMkLst>
            <pc:docMk/>
            <pc:sldMk cId="0" sldId="257"/>
            <ac:spMk id="23" creationId="{00000000-0000-0000-0000-000000000000}"/>
          </ac:spMkLst>
        </pc:spChg>
      </pc:sldChg>
      <pc:sldChg chg="addSp delSp modSp mod">
        <pc:chgData name="Laia Estopañan Moreno" userId="a6de4759-a1cf-4b87-b003-de07c9506c21" providerId="ADAL" clId="{4A91B652-1121-4785-BBE2-3E264CAC6C09}" dt="2026-09-17T14:36:57.237" v="290" actId="14100"/>
        <pc:sldMkLst>
          <pc:docMk/>
          <pc:sldMk cId="0" sldId="258"/>
        </pc:sldMkLst>
        <pc:spChg chg="mod">
          <ac:chgData name="Laia Estopañan Moreno" userId="a6de4759-a1cf-4b87-b003-de07c9506c21" providerId="ADAL" clId="{4A91B652-1121-4785-BBE2-3E264CAC6C09}" dt="2026-09-17T14:36:57.237" v="290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57.237" v="290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57.237" v="290" actId="1410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57.237" v="290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46.969" v="287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46.969" v="287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46.969" v="287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46.969" v="287" actId="1076"/>
          <ac:spMkLst>
            <pc:docMk/>
            <pc:sldMk cId="0" sldId="258"/>
            <ac:spMk id="17" creationId="{00000000-0000-0000-0000-000000000000}"/>
          </ac:spMkLst>
        </pc:spChg>
        <pc:spChg chg="add del">
          <ac:chgData name="Laia Estopañan Moreno" userId="a6de4759-a1cf-4b87-b003-de07c9506c21" providerId="ADAL" clId="{4A91B652-1121-4785-BBE2-3E264CAC6C09}" dt="2026-09-17T14:35:58.114" v="278" actId="478"/>
          <ac:spMkLst>
            <pc:docMk/>
            <pc:sldMk cId="0" sldId="258"/>
            <ac:spMk id="18" creationId="{00000000-0000-0000-0000-000000000000}"/>
          </ac:spMkLst>
        </pc:spChg>
        <pc:spChg chg="add del">
          <ac:chgData name="Laia Estopañan Moreno" userId="a6de4759-a1cf-4b87-b003-de07c9506c21" providerId="ADAL" clId="{4A91B652-1121-4785-BBE2-3E264CAC6C09}" dt="2026-09-17T14:35:59.461" v="279" actId="478"/>
          <ac:spMkLst>
            <pc:docMk/>
            <pc:sldMk cId="0" sldId="258"/>
            <ac:spMk id="19" creationId="{00000000-0000-0000-0000-000000000000}"/>
          </ac:spMkLst>
        </pc:spChg>
        <pc:spChg chg="add del">
          <ac:chgData name="Laia Estopañan Moreno" userId="a6de4759-a1cf-4b87-b003-de07c9506c21" providerId="ADAL" clId="{4A91B652-1121-4785-BBE2-3E264CAC6C09}" dt="2026-09-17T14:35:55.368" v="277" actId="478"/>
          <ac:spMkLst>
            <pc:docMk/>
            <pc:sldMk cId="0" sldId="258"/>
            <ac:spMk id="20" creationId="{00000000-0000-0000-0000-000000000000}"/>
          </ac:spMkLst>
        </pc:spChg>
        <pc:spChg chg="del">
          <ac:chgData name="Laia Estopañan Moreno" userId="a6de4759-a1cf-4b87-b003-de07c9506c21" providerId="ADAL" clId="{4A91B652-1121-4785-BBE2-3E264CAC6C09}" dt="2026-09-17T14:35:55.368" v="277" actId="478"/>
          <ac:spMkLst>
            <pc:docMk/>
            <pc:sldMk cId="0" sldId="258"/>
            <ac:spMk id="21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40.620" v="286" actId="14100"/>
          <ac:spMkLst>
            <pc:docMk/>
            <pc:sldMk cId="0" sldId="258"/>
            <ac:spMk id="22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40.620" v="286" actId="14100"/>
          <ac:spMkLst>
            <pc:docMk/>
            <pc:sldMk cId="0" sldId="258"/>
            <ac:spMk id="23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40.620" v="286" actId="1410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6:40.620" v="286" actId="14100"/>
          <ac:spMkLst>
            <pc:docMk/>
            <pc:sldMk cId="0" sldId="258"/>
            <ac:spMk id="25" creationId="{00000000-0000-0000-0000-000000000000}"/>
          </ac:spMkLst>
        </pc:spChg>
        <pc:graphicFrameChg chg="mod">
          <ac:chgData name="Laia Estopañan Moreno" userId="a6de4759-a1cf-4b87-b003-de07c9506c21" providerId="ADAL" clId="{4A91B652-1121-4785-BBE2-3E264CAC6C09}" dt="2026-09-17T14:35:50.003" v="276" actId="14100"/>
          <ac:graphicFrameMkLst>
            <pc:docMk/>
            <pc:sldMk cId="0" sldId="258"/>
            <ac:graphicFrameMk id="28" creationId="{5BBCE4FA-5ABF-9A68-D420-C50F12BC540C}"/>
          </ac:graphicFrameMkLst>
        </pc:graphicFrameChg>
        <pc:graphicFrameChg chg="add del mod">
          <ac:chgData name="Laia Estopañan Moreno" userId="a6de4759-a1cf-4b87-b003-de07c9506c21" providerId="ADAL" clId="{4A91B652-1121-4785-BBE2-3E264CAC6C09}" dt="2026-09-17T14:35:49.637" v="275" actId="22"/>
          <ac:graphicFrameMkLst>
            <pc:docMk/>
            <pc:sldMk cId="0" sldId="258"/>
            <ac:graphicFrameMk id="30" creationId="{C2A9B19B-1F43-FEB5-7556-591872272253}"/>
          </ac:graphicFrameMkLst>
        </pc:graphicFrameChg>
      </pc:sldChg>
      <pc:sldChg chg="modSp mod">
        <pc:chgData name="Laia Estopañan Moreno" userId="a6de4759-a1cf-4b87-b003-de07c9506c21" providerId="ADAL" clId="{4A91B652-1121-4785-BBE2-3E264CAC6C09}" dt="2026-09-17T14:52:53.555" v="321" actId="20577"/>
        <pc:sldMkLst>
          <pc:docMk/>
          <pc:sldMk cId="0" sldId="259"/>
        </pc:sldMkLst>
        <pc:spChg chg="mod">
          <ac:chgData name="Laia Estopañan Moreno" userId="a6de4759-a1cf-4b87-b003-de07c9506c21" providerId="ADAL" clId="{4A91B652-1121-4785-BBE2-3E264CAC6C09}" dt="2026-09-17T14:52:53.555" v="321" actId="20577"/>
          <ac:spMkLst>
            <pc:docMk/>
            <pc:sldMk cId="0" sldId="259"/>
            <ac:spMk id="9" creationId="{00000000-0000-0000-0000-000000000000}"/>
          </ac:spMkLst>
        </pc:spChg>
      </pc:sldChg>
      <pc:sldChg chg="addSp delSp modSp add mod ord">
        <pc:chgData name="Laia Estopañan Moreno" userId="a6de4759-a1cf-4b87-b003-de07c9506c21" providerId="ADAL" clId="{4A91B652-1121-4785-BBE2-3E264CAC6C09}" dt="2026-09-17T14:47:33.821" v="309" actId="20577"/>
        <pc:sldMkLst>
          <pc:docMk/>
          <pc:sldMk cId="3236110042" sldId="263"/>
        </pc:sldMkLst>
        <pc:spChg chg="mod">
          <ac:chgData name="Laia Estopañan Moreno" userId="a6de4759-a1cf-4b87-b003-de07c9506c21" providerId="ADAL" clId="{4A91B652-1121-4785-BBE2-3E264CAC6C09}" dt="2026-09-17T14:47:33.821" v="309" actId="20577"/>
          <ac:spMkLst>
            <pc:docMk/>
            <pc:sldMk cId="3236110042" sldId="263"/>
            <ac:spMk id="6" creationId="{555BF9BE-E50E-79B8-DE53-13F1015228D0}"/>
          </ac:spMkLst>
        </pc:spChg>
        <pc:spChg chg="add del">
          <ac:chgData name="Laia Estopañan Moreno" userId="a6de4759-a1cf-4b87-b003-de07c9506c21" providerId="ADAL" clId="{4A91B652-1121-4785-BBE2-3E264CAC6C09}" dt="2026-09-17T14:13:37.516" v="46" actId="22"/>
          <ac:spMkLst>
            <pc:docMk/>
            <pc:sldMk cId="3236110042" sldId="263"/>
            <ac:spMk id="8" creationId="{E40B52A4-E651-C56A-E1D5-A511C9D0135C}"/>
          </ac:spMkLst>
        </pc:spChg>
        <pc:spChg chg="del">
          <ac:chgData name="Laia Estopañan Moreno" userId="a6de4759-a1cf-4b87-b003-de07c9506c21" providerId="ADAL" clId="{4A91B652-1121-4785-BBE2-3E264CAC6C09}" dt="2026-09-17T14:13:17.850" v="43" actId="478"/>
          <ac:spMkLst>
            <pc:docMk/>
            <pc:sldMk cId="3236110042" sldId="263"/>
            <ac:spMk id="10" creationId="{9E28238D-9088-5AD7-C05B-82038426F551}"/>
          </ac:spMkLst>
        </pc:spChg>
        <pc:spChg chg="del">
          <ac:chgData name="Laia Estopañan Moreno" userId="a6de4759-a1cf-4b87-b003-de07c9506c21" providerId="ADAL" clId="{4A91B652-1121-4785-BBE2-3E264CAC6C09}" dt="2026-09-17T14:13:21.217" v="44" actId="478"/>
          <ac:spMkLst>
            <pc:docMk/>
            <pc:sldMk cId="3236110042" sldId="263"/>
            <ac:spMk id="12" creationId="{E938FE2D-03AB-134F-EC1F-41D90265D439}"/>
          </ac:spMkLst>
        </pc:spChg>
        <pc:spChg chg="del">
          <ac:chgData name="Laia Estopañan Moreno" userId="a6de4759-a1cf-4b87-b003-de07c9506c21" providerId="ADAL" clId="{4A91B652-1121-4785-BBE2-3E264CAC6C09}" dt="2026-09-17T14:13:21.217" v="44" actId="478"/>
          <ac:spMkLst>
            <pc:docMk/>
            <pc:sldMk cId="3236110042" sldId="263"/>
            <ac:spMk id="13" creationId="{735C3D60-9F59-B210-4C02-A128C42AA1E5}"/>
          </ac:spMkLst>
        </pc:spChg>
        <pc:spChg chg="del">
          <ac:chgData name="Laia Estopañan Moreno" userId="a6de4759-a1cf-4b87-b003-de07c9506c21" providerId="ADAL" clId="{4A91B652-1121-4785-BBE2-3E264CAC6C09}" dt="2026-09-17T14:13:21.217" v="44" actId="478"/>
          <ac:spMkLst>
            <pc:docMk/>
            <pc:sldMk cId="3236110042" sldId="263"/>
            <ac:spMk id="17" creationId="{4A1DB48C-AEA3-BAF4-FFD7-F38898538A9E}"/>
          </ac:spMkLst>
        </pc:spChg>
        <pc:spChg chg="del">
          <ac:chgData name="Laia Estopañan Moreno" userId="a6de4759-a1cf-4b87-b003-de07c9506c21" providerId="ADAL" clId="{4A91B652-1121-4785-BBE2-3E264CAC6C09}" dt="2026-09-17T14:13:21.217" v="44" actId="478"/>
          <ac:spMkLst>
            <pc:docMk/>
            <pc:sldMk cId="3236110042" sldId="263"/>
            <ac:spMk id="18" creationId="{9A57DF1C-BA82-6821-E92F-A01E07A9CFA0}"/>
          </ac:spMkLst>
        </pc:spChg>
        <pc:spChg chg="del">
          <ac:chgData name="Laia Estopañan Moreno" userId="a6de4759-a1cf-4b87-b003-de07c9506c21" providerId="ADAL" clId="{4A91B652-1121-4785-BBE2-3E264CAC6C09}" dt="2026-09-17T14:13:21.217" v="44" actId="478"/>
          <ac:spMkLst>
            <pc:docMk/>
            <pc:sldMk cId="3236110042" sldId="263"/>
            <ac:spMk id="19" creationId="{06EF3858-9EBA-DC69-4808-18C5D0E2FA87}"/>
          </ac:spMkLst>
        </pc:spChg>
        <pc:spChg chg="del">
          <ac:chgData name="Laia Estopañan Moreno" userId="a6de4759-a1cf-4b87-b003-de07c9506c21" providerId="ADAL" clId="{4A91B652-1121-4785-BBE2-3E264CAC6C09}" dt="2026-09-17T14:13:21.217" v="44" actId="478"/>
          <ac:spMkLst>
            <pc:docMk/>
            <pc:sldMk cId="3236110042" sldId="263"/>
            <ac:spMk id="20" creationId="{ED43B27D-35BB-4CBA-5257-4DDEAD23F3B3}"/>
          </ac:spMkLst>
        </pc:spChg>
        <pc:spChg chg="del">
          <ac:chgData name="Laia Estopañan Moreno" userId="a6de4759-a1cf-4b87-b003-de07c9506c21" providerId="ADAL" clId="{4A91B652-1121-4785-BBE2-3E264CAC6C09}" dt="2026-09-17T14:13:21.217" v="44" actId="478"/>
          <ac:spMkLst>
            <pc:docMk/>
            <pc:sldMk cId="3236110042" sldId="263"/>
            <ac:spMk id="21" creationId="{6734F2FD-9324-C0B9-F091-1EDDF607DD01}"/>
          </ac:spMkLst>
        </pc:spChg>
        <pc:spChg chg="del">
          <ac:chgData name="Laia Estopañan Moreno" userId="a6de4759-a1cf-4b87-b003-de07c9506c21" providerId="ADAL" clId="{4A91B652-1121-4785-BBE2-3E264CAC6C09}" dt="2026-09-17T14:13:21.217" v="44" actId="478"/>
          <ac:spMkLst>
            <pc:docMk/>
            <pc:sldMk cId="3236110042" sldId="263"/>
            <ac:spMk id="22" creationId="{268A94EC-2B99-0450-DC98-24CBA69E2FCE}"/>
          </ac:spMkLst>
        </pc:spChg>
        <pc:spChg chg="del">
          <ac:chgData name="Laia Estopañan Moreno" userId="a6de4759-a1cf-4b87-b003-de07c9506c21" providerId="ADAL" clId="{4A91B652-1121-4785-BBE2-3E264CAC6C09}" dt="2026-09-17T14:13:21.217" v="44" actId="478"/>
          <ac:spMkLst>
            <pc:docMk/>
            <pc:sldMk cId="3236110042" sldId="263"/>
            <ac:spMk id="23" creationId="{0C9CDBA9-51E5-7542-8343-2E639351AAB5}"/>
          </ac:spMkLst>
        </pc:spChg>
        <pc:spChg chg="del">
          <ac:chgData name="Laia Estopañan Moreno" userId="a6de4759-a1cf-4b87-b003-de07c9506c21" providerId="ADAL" clId="{4A91B652-1121-4785-BBE2-3E264CAC6C09}" dt="2026-09-17T14:13:21.217" v="44" actId="478"/>
          <ac:spMkLst>
            <pc:docMk/>
            <pc:sldMk cId="3236110042" sldId="263"/>
            <ac:spMk id="24" creationId="{809356F5-5D81-6939-5D82-A433A714F041}"/>
          </ac:spMkLst>
        </pc:spChg>
        <pc:spChg chg="add del">
          <ac:chgData name="Laia Estopañan Moreno" userId="a6de4759-a1cf-4b87-b003-de07c9506c21" providerId="ADAL" clId="{4A91B652-1121-4785-BBE2-3E264CAC6C09}" dt="2026-09-17T14:13:37.516" v="46" actId="22"/>
          <ac:spMkLst>
            <pc:docMk/>
            <pc:sldMk cId="3236110042" sldId="263"/>
            <ac:spMk id="29" creationId="{6200B5CE-1B75-D371-8F0E-382557804492}"/>
          </ac:spMkLst>
        </pc:spChg>
        <pc:spChg chg="add del">
          <ac:chgData name="Laia Estopañan Moreno" userId="a6de4759-a1cf-4b87-b003-de07c9506c21" providerId="ADAL" clId="{4A91B652-1121-4785-BBE2-3E264CAC6C09}" dt="2026-09-17T14:13:37.516" v="46" actId="22"/>
          <ac:spMkLst>
            <pc:docMk/>
            <pc:sldMk cId="3236110042" sldId="263"/>
            <ac:spMk id="31" creationId="{0E2FEA31-966D-A447-7920-B708EF47B529}"/>
          </ac:spMkLst>
        </pc:spChg>
        <pc:spChg chg="add del">
          <ac:chgData name="Laia Estopañan Moreno" userId="a6de4759-a1cf-4b87-b003-de07c9506c21" providerId="ADAL" clId="{4A91B652-1121-4785-BBE2-3E264CAC6C09}" dt="2026-09-17T14:13:37.516" v="46" actId="22"/>
          <ac:spMkLst>
            <pc:docMk/>
            <pc:sldMk cId="3236110042" sldId="263"/>
            <ac:spMk id="33" creationId="{6DD109FF-13E0-D246-8D13-83F13859FBC1}"/>
          </ac:spMkLst>
        </pc:spChg>
        <pc:spChg chg="add mod">
          <ac:chgData name="Laia Estopañan Moreno" userId="a6de4759-a1cf-4b87-b003-de07c9506c21" providerId="ADAL" clId="{4A91B652-1121-4785-BBE2-3E264CAC6C09}" dt="2026-09-17T14:14:01.527" v="50" actId="1076"/>
          <ac:spMkLst>
            <pc:docMk/>
            <pc:sldMk cId="3236110042" sldId="263"/>
            <ac:spMk id="35" creationId="{F2FAEBBA-783D-6BA6-CC8C-2B234770A4FE}"/>
          </ac:spMkLst>
        </pc:spChg>
        <pc:spChg chg="add mod">
          <ac:chgData name="Laia Estopañan Moreno" userId="a6de4759-a1cf-4b87-b003-de07c9506c21" providerId="ADAL" clId="{4A91B652-1121-4785-BBE2-3E264CAC6C09}" dt="2026-09-17T14:14:01.527" v="50" actId="1076"/>
          <ac:spMkLst>
            <pc:docMk/>
            <pc:sldMk cId="3236110042" sldId="263"/>
            <ac:spMk id="39" creationId="{B2E982C8-CE6C-6A87-D05B-5B3831BD3F02}"/>
          </ac:spMkLst>
        </pc:spChg>
        <pc:spChg chg="add mod">
          <ac:chgData name="Laia Estopañan Moreno" userId="a6de4759-a1cf-4b87-b003-de07c9506c21" providerId="ADAL" clId="{4A91B652-1121-4785-BBE2-3E264CAC6C09}" dt="2026-09-17T14:14:01.527" v="50" actId="1076"/>
          <ac:spMkLst>
            <pc:docMk/>
            <pc:sldMk cId="3236110042" sldId="263"/>
            <ac:spMk id="41" creationId="{12E251B1-ACCC-9649-478E-65697857F039}"/>
          </ac:spMkLst>
        </pc:spChg>
        <pc:spChg chg="add mod">
          <ac:chgData name="Laia Estopañan Moreno" userId="a6de4759-a1cf-4b87-b003-de07c9506c21" providerId="ADAL" clId="{4A91B652-1121-4785-BBE2-3E264CAC6C09}" dt="2026-09-17T14:14:01.527" v="50" actId="1076"/>
          <ac:spMkLst>
            <pc:docMk/>
            <pc:sldMk cId="3236110042" sldId="263"/>
            <ac:spMk id="43" creationId="{16879776-BB90-3F33-4017-08EA7FA84B21}"/>
          </ac:spMkLst>
        </pc:spChg>
        <pc:spChg chg="add mod">
          <ac:chgData name="Laia Estopañan Moreno" userId="a6de4759-a1cf-4b87-b003-de07c9506c21" providerId="ADAL" clId="{4A91B652-1121-4785-BBE2-3E264CAC6C09}" dt="2026-09-17T14:14:01.527" v="50" actId="1076"/>
          <ac:spMkLst>
            <pc:docMk/>
            <pc:sldMk cId="3236110042" sldId="263"/>
            <ac:spMk id="45" creationId="{EF609259-4076-A9BC-1B18-B82104214324}"/>
          </ac:spMkLst>
        </pc:spChg>
        <pc:spChg chg="add mod">
          <ac:chgData name="Laia Estopañan Moreno" userId="a6de4759-a1cf-4b87-b003-de07c9506c21" providerId="ADAL" clId="{4A91B652-1121-4785-BBE2-3E264CAC6C09}" dt="2026-09-17T14:14:01.527" v="50" actId="1076"/>
          <ac:spMkLst>
            <pc:docMk/>
            <pc:sldMk cId="3236110042" sldId="263"/>
            <ac:spMk id="47" creationId="{43D1446F-830E-13D9-9102-3AF27BA0C6F7}"/>
          </ac:spMkLst>
        </pc:spChg>
        <pc:spChg chg="add mod">
          <ac:chgData name="Laia Estopañan Moreno" userId="a6de4759-a1cf-4b87-b003-de07c9506c21" providerId="ADAL" clId="{4A91B652-1121-4785-BBE2-3E264CAC6C09}" dt="2026-09-17T14:14:01.527" v="50" actId="1076"/>
          <ac:spMkLst>
            <pc:docMk/>
            <pc:sldMk cId="3236110042" sldId="263"/>
            <ac:spMk id="51" creationId="{81660BAB-D695-B10E-53B5-97550B99187C}"/>
          </ac:spMkLst>
        </pc:spChg>
        <pc:spChg chg="add mod">
          <ac:chgData name="Laia Estopañan Moreno" userId="a6de4759-a1cf-4b87-b003-de07c9506c21" providerId="ADAL" clId="{4A91B652-1121-4785-BBE2-3E264CAC6C09}" dt="2026-09-17T14:14:01.527" v="50" actId="1076"/>
          <ac:spMkLst>
            <pc:docMk/>
            <pc:sldMk cId="3236110042" sldId="263"/>
            <ac:spMk id="57" creationId="{89262A55-1060-17C5-7ECB-5B2E2C52417A}"/>
          </ac:spMkLst>
        </pc:spChg>
        <pc:spChg chg="add mod">
          <ac:chgData name="Laia Estopañan Moreno" userId="a6de4759-a1cf-4b87-b003-de07c9506c21" providerId="ADAL" clId="{4A91B652-1121-4785-BBE2-3E264CAC6C09}" dt="2026-09-17T14:14:01.527" v="50" actId="1076"/>
          <ac:spMkLst>
            <pc:docMk/>
            <pc:sldMk cId="3236110042" sldId="263"/>
            <ac:spMk id="59" creationId="{8D282A36-BEDB-4475-246A-B256BEB0D9B6}"/>
          </ac:spMkLst>
        </pc:spChg>
        <pc:spChg chg="add mod">
          <ac:chgData name="Laia Estopañan Moreno" userId="a6de4759-a1cf-4b87-b003-de07c9506c21" providerId="ADAL" clId="{4A91B652-1121-4785-BBE2-3E264CAC6C09}" dt="2026-09-17T14:14:01.527" v="50" actId="1076"/>
          <ac:spMkLst>
            <pc:docMk/>
            <pc:sldMk cId="3236110042" sldId="263"/>
            <ac:spMk id="63" creationId="{DDAF4D55-8B47-2CC7-1ABB-51862637F42A}"/>
          </ac:spMkLst>
        </pc:spChg>
        <pc:graphicFrameChg chg="del">
          <ac:chgData name="Laia Estopañan Moreno" userId="a6de4759-a1cf-4b87-b003-de07c9506c21" providerId="ADAL" clId="{4A91B652-1121-4785-BBE2-3E264CAC6C09}" dt="2026-09-17T14:13:14.460" v="40" actId="478"/>
          <ac:graphicFrameMkLst>
            <pc:docMk/>
            <pc:sldMk cId="3236110042" sldId="263"/>
            <ac:graphicFrameMk id="26" creationId="{9931F493-EBC8-9B30-60F5-C5010F1B19D2}"/>
          </ac:graphicFrameMkLst>
        </pc:graphicFrameChg>
        <pc:graphicFrameChg chg="del">
          <ac:chgData name="Laia Estopañan Moreno" userId="a6de4759-a1cf-4b87-b003-de07c9506c21" providerId="ADAL" clId="{4A91B652-1121-4785-BBE2-3E264CAC6C09}" dt="2026-09-17T14:13:16.761" v="42" actId="478"/>
          <ac:graphicFrameMkLst>
            <pc:docMk/>
            <pc:sldMk cId="3236110042" sldId="263"/>
            <ac:graphicFrameMk id="27" creationId="{669A2076-27A3-07F6-8DC0-46E1FBEB06D4}"/>
          </ac:graphicFrameMkLst>
        </pc:graphicFrameChg>
        <pc:graphicFrameChg chg="del">
          <ac:chgData name="Laia Estopañan Moreno" userId="a6de4759-a1cf-4b87-b003-de07c9506c21" providerId="ADAL" clId="{4A91B652-1121-4785-BBE2-3E264CAC6C09}" dt="2026-09-17T14:13:15.744" v="41" actId="478"/>
          <ac:graphicFrameMkLst>
            <pc:docMk/>
            <pc:sldMk cId="3236110042" sldId="263"/>
            <ac:graphicFrameMk id="28" creationId="{9B1E4A58-F27F-8705-9054-E4C1A4FD362B}"/>
          </ac:graphicFrameMkLst>
        </pc:graphicFrameChg>
        <pc:graphicFrameChg chg="add mod">
          <ac:chgData name="Laia Estopañan Moreno" userId="a6de4759-a1cf-4b87-b003-de07c9506c21" providerId="ADAL" clId="{4A91B652-1121-4785-BBE2-3E264CAC6C09}" dt="2026-09-17T14:14:48.047" v="59" actId="14100"/>
          <ac:graphicFrameMkLst>
            <pc:docMk/>
            <pc:sldMk cId="3236110042" sldId="263"/>
            <ac:graphicFrameMk id="67" creationId="{BB4F27DA-9EA3-5309-AF7F-5D246A6242BA}"/>
          </ac:graphicFrameMkLst>
        </pc:graphicFrameChg>
      </pc:sldChg>
      <pc:sldChg chg="addSp delSp modSp add mod setBg">
        <pc:chgData name="Laia Estopañan Moreno" userId="a6de4759-a1cf-4b87-b003-de07c9506c21" providerId="ADAL" clId="{4A91B652-1121-4785-BBE2-3E264CAC6C09}" dt="2026-09-17T14:33:17.411" v="250" actId="20577"/>
        <pc:sldMkLst>
          <pc:docMk/>
          <pc:sldMk cId="0" sldId="264"/>
        </pc:sldMkLst>
        <pc:spChg chg="del">
          <ac:chgData name="Laia Estopañan Moreno" userId="a6de4759-a1cf-4b87-b003-de07c9506c21" providerId="ADAL" clId="{4A91B652-1121-4785-BBE2-3E264CAC6C09}" dt="2026-09-17T14:15:58.107" v="63" actId="478"/>
          <ac:spMkLst>
            <pc:docMk/>
            <pc:sldMk cId="0" sldId="264"/>
            <ac:spMk id="9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16:56.196" v="93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Laia Estopañan Moreno" userId="a6de4759-a1cf-4b87-b003-de07c9506c21" providerId="ADAL" clId="{4A91B652-1121-4785-BBE2-3E264CAC6C09}" dt="2026-09-17T14:33:17.411" v="250" actId="20577"/>
          <ac:spMkLst>
            <pc:docMk/>
            <pc:sldMk cId="0" sldId="264"/>
            <ac:spMk id="17" creationId="{00000000-0000-0000-0000-000000000000}"/>
          </ac:spMkLst>
        </pc:spChg>
        <pc:graphicFrameChg chg="del modGraphic">
          <ac:chgData name="Laia Estopañan Moreno" userId="a6de4759-a1cf-4b87-b003-de07c9506c21" providerId="ADAL" clId="{4A91B652-1121-4785-BBE2-3E264CAC6C09}" dt="2026-09-17T14:15:55.154" v="62" actId="478"/>
          <ac:graphicFrameMkLst>
            <pc:docMk/>
            <pc:sldMk cId="0" sldId="264"/>
            <ac:graphicFrameMk id="10" creationId="{00000000-0000-0000-0000-000000000000}"/>
          </ac:graphicFrameMkLst>
        </pc:graphicFrameChg>
        <pc:graphicFrameChg chg="add mod">
          <ac:chgData name="Laia Estopañan Moreno" userId="a6de4759-a1cf-4b87-b003-de07c9506c21" providerId="ADAL" clId="{4A91B652-1121-4785-BBE2-3E264CAC6C09}" dt="2026-09-17T14:16:17.616" v="70" actId="14100"/>
          <ac:graphicFrameMkLst>
            <pc:docMk/>
            <pc:sldMk cId="0" sldId="264"/>
            <ac:graphicFrameMk id="23" creationId="{23658C02-DD75-4B22-B252-1CE434BD7991}"/>
          </ac:graphicFrameMkLst>
        </pc:graphicFrameChg>
        <pc:picChg chg="del mod">
          <ac:chgData name="Laia Estopañan Moreno" userId="a6de4759-a1cf-4b87-b003-de07c9506c21" providerId="ADAL" clId="{4A91B652-1121-4785-BBE2-3E264CAC6C09}" dt="2026-09-17T14:16:02.771" v="66" actId="478"/>
          <ac:picMkLst>
            <pc:docMk/>
            <pc:sldMk cId="0" sldId="264"/>
            <ac:picMk id="8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people.ey.com/personal/laia_estopanan_moreno_es_ey_com/Documents/Desktop/IRONHACK/Dia%207/Miniproject%20-%20Excel%20(1)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people.ey.com/personal/laia_estopanan_moreno_es_ey_com/Documents/Desktop/IRONHACK/Dia%207/Miniproject%20-%20Excel%20(1)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people.ey.com/personal/laia_estopanan_moreno_es_ey_com/Documents/Desktop/IRONHACK/Dia%207/Miniproject%20-%20Excel%20(1).xlsm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people.ey.com/personal/laia_estopanan_moreno_es_ey_com/Documents/Desktop/IRONHACK/Dia%207/Miniproject%20-%20Excel%20(1).xlsm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people.ey.com/personal/laia_estopanan_moreno_es_ey_com/Documents/Desktop/IRONHACK/Dia%207/Miniproject%20-%20Excel%20(1).xlsm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[Miniproject - Excel (1).xlsm]PT_medallas_pais!medallas_por_pais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/>
              <a:t>Medallas olímpicas por país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ivotFmts>
      <c:pivotFmt>
        <c:idx val="0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PT_medallas_pais!$D$6</c:f>
              <c:strCache>
                <c:ptCount val="1"/>
                <c:pt idx="0">
                  <c:v>Total Oro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PT_medallas_pais!$C$7:$C$12</c:f>
              <c:strCache>
                <c:ptCount val="5"/>
                <c:pt idx="0">
                  <c:v>USA</c:v>
                </c:pt>
                <c:pt idx="1">
                  <c:v>GER</c:v>
                </c:pt>
                <c:pt idx="2">
                  <c:v>FRA</c:v>
                </c:pt>
                <c:pt idx="3">
                  <c:v>ITA</c:v>
                </c:pt>
                <c:pt idx="4">
                  <c:v>ESP</c:v>
                </c:pt>
              </c:strCache>
            </c:strRef>
          </c:cat>
          <c:val>
            <c:numRef>
              <c:f>PT_medallas_pais!$D$7:$D$12</c:f>
              <c:numCache>
                <c:formatCode>General</c:formatCode>
                <c:ptCount val="5"/>
                <c:pt idx="0">
                  <c:v>2627</c:v>
                </c:pt>
                <c:pt idx="1">
                  <c:v>720</c:v>
                </c:pt>
                <c:pt idx="2">
                  <c:v>496</c:v>
                </c:pt>
                <c:pt idx="3">
                  <c:v>575</c:v>
                </c:pt>
                <c:pt idx="4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18-492E-BC2D-DCEB43A229D2}"/>
            </c:ext>
          </c:extLst>
        </c:ser>
        <c:ser>
          <c:idx val="1"/>
          <c:order val="1"/>
          <c:tx>
            <c:strRef>
              <c:f>PT_medallas_pais!$E$6</c:f>
              <c:strCache>
                <c:ptCount val="1"/>
                <c:pt idx="0">
                  <c:v>Total Plata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PT_medallas_pais!$C$7:$C$12</c:f>
              <c:strCache>
                <c:ptCount val="5"/>
                <c:pt idx="0">
                  <c:v>USA</c:v>
                </c:pt>
                <c:pt idx="1">
                  <c:v>GER</c:v>
                </c:pt>
                <c:pt idx="2">
                  <c:v>FRA</c:v>
                </c:pt>
                <c:pt idx="3">
                  <c:v>ITA</c:v>
                </c:pt>
                <c:pt idx="4">
                  <c:v>ESP</c:v>
                </c:pt>
              </c:strCache>
            </c:strRef>
          </c:cat>
          <c:val>
            <c:numRef>
              <c:f>PT_medallas_pais!$E$7:$E$12</c:f>
              <c:numCache>
                <c:formatCode>General</c:formatCode>
                <c:ptCount val="5"/>
                <c:pt idx="0">
                  <c:v>1634</c:v>
                </c:pt>
                <c:pt idx="1">
                  <c:v>669</c:v>
                </c:pt>
                <c:pt idx="2">
                  <c:v>606</c:v>
                </c:pt>
                <c:pt idx="3">
                  <c:v>531</c:v>
                </c:pt>
                <c:pt idx="4">
                  <c:v>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18-492E-BC2D-DCEB43A229D2}"/>
            </c:ext>
          </c:extLst>
        </c:ser>
        <c:ser>
          <c:idx val="2"/>
          <c:order val="2"/>
          <c:tx>
            <c:strRef>
              <c:f>PT_medallas_pais!$F$6</c:f>
              <c:strCache>
                <c:ptCount val="1"/>
                <c:pt idx="0">
                  <c:v>Total Bronce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PT_medallas_pais!$C$7:$C$12</c:f>
              <c:strCache>
                <c:ptCount val="5"/>
                <c:pt idx="0">
                  <c:v>USA</c:v>
                </c:pt>
                <c:pt idx="1">
                  <c:v>GER</c:v>
                </c:pt>
                <c:pt idx="2">
                  <c:v>FRA</c:v>
                </c:pt>
                <c:pt idx="3">
                  <c:v>ITA</c:v>
                </c:pt>
                <c:pt idx="4">
                  <c:v>ESP</c:v>
                </c:pt>
              </c:strCache>
            </c:strRef>
          </c:cat>
          <c:val>
            <c:numRef>
              <c:f>PT_medallas_pais!$F$7:$F$12</c:f>
              <c:numCache>
                <c:formatCode>General</c:formatCode>
                <c:ptCount val="5"/>
                <c:pt idx="0">
                  <c:v>1356</c:v>
                </c:pt>
                <c:pt idx="1">
                  <c:v>744</c:v>
                </c:pt>
                <c:pt idx="2">
                  <c:v>664</c:v>
                </c:pt>
                <c:pt idx="3">
                  <c:v>531</c:v>
                </c:pt>
                <c:pt idx="4">
                  <c:v>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18-492E-BC2D-DCEB43A229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49681392"/>
        <c:axId val="115433967"/>
      </c:barChart>
      <c:catAx>
        <c:axId val="949681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5433967"/>
        <c:crosses val="autoZero"/>
        <c:auto val="1"/>
        <c:lblAlgn val="ctr"/>
        <c:lblOffset val="100"/>
        <c:noMultiLvlLbl val="0"/>
      </c:catAx>
      <c:valAx>
        <c:axId val="115433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949681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[Miniproject - Excel (1).xlsm]PT_medallas_pais!medallas_por_pais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/>
              <a:t>Medallas olímpicas por país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ivotFmts>
      <c:pivotFmt>
        <c:idx val="0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2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PT_medallas_pais!$D$6</c:f>
              <c:strCache>
                <c:ptCount val="1"/>
                <c:pt idx="0">
                  <c:v>Total Oro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PT_medallas_pais!$C$7:$C$12</c:f>
              <c:strCache>
                <c:ptCount val="5"/>
                <c:pt idx="0">
                  <c:v>USA</c:v>
                </c:pt>
                <c:pt idx="1">
                  <c:v>GER</c:v>
                </c:pt>
                <c:pt idx="2">
                  <c:v>FRA</c:v>
                </c:pt>
                <c:pt idx="3">
                  <c:v>ITA</c:v>
                </c:pt>
                <c:pt idx="4">
                  <c:v>ESP</c:v>
                </c:pt>
              </c:strCache>
            </c:strRef>
          </c:cat>
          <c:val>
            <c:numRef>
              <c:f>PT_medallas_pais!$D$7:$D$12</c:f>
              <c:numCache>
                <c:formatCode>General</c:formatCode>
                <c:ptCount val="5"/>
                <c:pt idx="0">
                  <c:v>2627</c:v>
                </c:pt>
                <c:pt idx="1">
                  <c:v>720</c:v>
                </c:pt>
                <c:pt idx="2">
                  <c:v>496</c:v>
                </c:pt>
                <c:pt idx="3">
                  <c:v>575</c:v>
                </c:pt>
                <c:pt idx="4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C-4F24-B74A-5110483D34D4}"/>
            </c:ext>
          </c:extLst>
        </c:ser>
        <c:ser>
          <c:idx val="1"/>
          <c:order val="1"/>
          <c:tx>
            <c:strRef>
              <c:f>PT_medallas_pais!$E$6</c:f>
              <c:strCache>
                <c:ptCount val="1"/>
                <c:pt idx="0">
                  <c:v>Total Plata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PT_medallas_pais!$C$7:$C$12</c:f>
              <c:strCache>
                <c:ptCount val="5"/>
                <c:pt idx="0">
                  <c:v>USA</c:v>
                </c:pt>
                <c:pt idx="1">
                  <c:v>GER</c:v>
                </c:pt>
                <c:pt idx="2">
                  <c:v>FRA</c:v>
                </c:pt>
                <c:pt idx="3">
                  <c:v>ITA</c:v>
                </c:pt>
                <c:pt idx="4">
                  <c:v>ESP</c:v>
                </c:pt>
              </c:strCache>
            </c:strRef>
          </c:cat>
          <c:val>
            <c:numRef>
              <c:f>PT_medallas_pais!$E$7:$E$12</c:f>
              <c:numCache>
                <c:formatCode>General</c:formatCode>
                <c:ptCount val="5"/>
                <c:pt idx="0">
                  <c:v>1634</c:v>
                </c:pt>
                <c:pt idx="1">
                  <c:v>669</c:v>
                </c:pt>
                <c:pt idx="2">
                  <c:v>606</c:v>
                </c:pt>
                <c:pt idx="3">
                  <c:v>531</c:v>
                </c:pt>
                <c:pt idx="4">
                  <c:v>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8C-4F24-B74A-5110483D34D4}"/>
            </c:ext>
          </c:extLst>
        </c:ser>
        <c:ser>
          <c:idx val="2"/>
          <c:order val="2"/>
          <c:tx>
            <c:strRef>
              <c:f>PT_medallas_pais!$F$6</c:f>
              <c:strCache>
                <c:ptCount val="1"/>
                <c:pt idx="0">
                  <c:v>Total Bronce</c:v>
                </c:pt>
              </c:strCache>
            </c:strRef>
          </c:tx>
          <c:spPr>
            <a:solidFill>
              <a:schemeClr val="accent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PT_medallas_pais!$C$7:$C$12</c:f>
              <c:strCache>
                <c:ptCount val="5"/>
                <c:pt idx="0">
                  <c:v>USA</c:v>
                </c:pt>
                <c:pt idx="1">
                  <c:v>GER</c:v>
                </c:pt>
                <c:pt idx="2">
                  <c:v>FRA</c:v>
                </c:pt>
                <c:pt idx="3">
                  <c:v>ITA</c:v>
                </c:pt>
                <c:pt idx="4">
                  <c:v>ESP</c:v>
                </c:pt>
              </c:strCache>
            </c:strRef>
          </c:cat>
          <c:val>
            <c:numRef>
              <c:f>PT_medallas_pais!$F$7:$F$12</c:f>
              <c:numCache>
                <c:formatCode>General</c:formatCode>
                <c:ptCount val="5"/>
                <c:pt idx="0">
                  <c:v>1356</c:v>
                </c:pt>
                <c:pt idx="1">
                  <c:v>744</c:v>
                </c:pt>
                <c:pt idx="2">
                  <c:v>664</c:v>
                </c:pt>
                <c:pt idx="3">
                  <c:v>531</c:v>
                </c:pt>
                <c:pt idx="4">
                  <c:v>136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18C-4F24-B74A-5110483D34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49681392"/>
        <c:axId val="115433967"/>
      </c:barChart>
      <c:catAx>
        <c:axId val="949681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5433967"/>
        <c:crosses val="autoZero"/>
        <c:auto val="1"/>
        <c:lblAlgn val="ctr"/>
        <c:lblOffset val="100"/>
        <c:noMultiLvlLbl val="0"/>
      </c:catAx>
      <c:valAx>
        <c:axId val="115433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9496813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[Miniproject - Excel (1).xlsm]PT_Categoria!medallas_genero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s-ES" sz="1400" dirty="0"/>
              <a:t>Medallas por país y género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12700">
              <a:solidFill>
                <a:schemeClr val="lt2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PT_Categoria!$C$5:$C$6</c:f>
              <c:strCache>
                <c:ptCount val="1"/>
                <c:pt idx="0">
                  <c:v>F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PT_Categoria!$B$7:$B$12</c:f>
              <c:strCache>
                <c:ptCount val="5"/>
                <c:pt idx="0">
                  <c:v>USA</c:v>
                </c:pt>
                <c:pt idx="1">
                  <c:v>GER</c:v>
                </c:pt>
                <c:pt idx="2">
                  <c:v>FRA</c:v>
                </c:pt>
                <c:pt idx="3">
                  <c:v>ITA</c:v>
                </c:pt>
                <c:pt idx="4">
                  <c:v>ESP</c:v>
                </c:pt>
              </c:strCache>
            </c:strRef>
          </c:cat>
          <c:val>
            <c:numRef>
              <c:f>PT_Categoria!$C$7:$C$12</c:f>
              <c:numCache>
                <c:formatCode>General</c:formatCode>
                <c:ptCount val="5"/>
                <c:pt idx="0">
                  <c:v>1805</c:v>
                </c:pt>
                <c:pt idx="1">
                  <c:v>675</c:v>
                </c:pt>
                <c:pt idx="2">
                  <c:v>228</c:v>
                </c:pt>
                <c:pt idx="3">
                  <c:v>219</c:v>
                </c:pt>
                <c:pt idx="4">
                  <c:v>133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00-47C4-8DF2-78CF4BA0506E}"/>
            </c:ext>
          </c:extLst>
        </c:ser>
        <c:ser>
          <c:idx val="1"/>
          <c:order val="1"/>
          <c:tx>
            <c:strRef>
              <c:f>PT_Categoria!$D$5:$D$6</c:f>
              <c:strCache>
                <c:ptCount val="1"/>
                <c:pt idx="0">
                  <c:v>M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PT_Categoria!$B$7:$B$12</c:f>
              <c:strCache>
                <c:ptCount val="5"/>
                <c:pt idx="0">
                  <c:v>USA</c:v>
                </c:pt>
                <c:pt idx="1">
                  <c:v>GER</c:v>
                </c:pt>
                <c:pt idx="2">
                  <c:v>FRA</c:v>
                </c:pt>
                <c:pt idx="3">
                  <c:v>ITA</c:v>
                </c:pt>
                <c:pt idx="4">
                  <c:v>ESP</c:v>
                </c:pt>
              </c:strCache>
            </c:strRef>
          </c:cat>
          <c:val>
            <c:numRef>
              <c:f>PT_Categoria!$D$7:$D$12</c:f>
              <c:numCache>
                <c:formatCode>General</c:formatCode>
                <c:ptCount val="5"/>
                <c:pt idx="0">
                  <c:v>3812</c:v>
                </c:pt>
                <c:pt idx="1">
                  <c:v>1458</c:v>
                </c:pt>
                <c:pt idx="2">
                  <c:v>1538</c:v>
                </c:pt>
                <c:pt idx="3">
                  <c:v>1418</c:v>
                </c:pt>
                <c:pt idx="4">
                  <c:v>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300-47C4-8DF2-78CF4BA050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91938064"/>
        <c:axId val="115430607"/>
      </c:barChart>
      <c:catAx>
        <c:axId val="1591938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5430607"/>
        <c:crosses val="autoZero"/>
        <c:auto val="1"/>
        <c:lblAlgn val="ctr"/>
        <c:lblOffset val="100"/>
        <c:noMultiLvlLbl val="0"/>
      </c:catAx>
      <c:valAx>
        <c:axId val="115430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9193806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[Miniproject - Excel (1).xlsm]PT_Evolución!evolucion_medallas_pais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b="1" dirty="0"/>
              <a:t>Evolución histórica de las medallas por país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PT_Evolución!$C$4:$C$5</c:f>
              <c:strCache>
                <c:ptCount val="1"/>
                <c:pt idx="0">
                  <c:v>ESP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PT_Evolución!$B$6:$B$40</c:f>
              <c:strCache>
                <c:ptCount val="34"/>
                <c:pt idx="0">
                  <c:v>1900</c:v>
                </c:pt>
                <c:pt idx="1">
                  <c:v>1904</c:v>
                </c:pt>
                <c:pt idx="2">
                  <c:v>1906</c:v>
                </c:pt>
                <c:pt idx="3">
                  <c:v>1908</c:v>
                </c:pt>
                <c:pt idx="4">
                  <c:v>1912</c:v>
                </c:pt>
                <c:pt idx="5">
                  <c:v>1920</c:v>
                </c:pt>
                <c:pt idx="6">
                  <c:v>1924</c:v>
                </c:pt>
                <c:pt idx="7">
                  <c:v>1928</c:v>
                </c:pt>
                <c:pt idx="8">
                  <c:v>1932</c:v>
                </c:pt>
                <c:pt idx="9">
                  <c:v>1936</c:v>
                </c:pt>
                <c:pt idx="10">
                  <c:v>1948</c:v>
                </c:pt>
                <c:pt idx="11">
                  <c:v>1952</c:v>
                </c:pt>
                <c:pt idx="12">
                  <c:v>1956</c:v>
                </c:pt>
                <c:pt idx="13">
                  <c:v>1960</c:v>
                </c:pt>
                <c:pt idx="14">
                  <c:v>1964</c:v>
                </c:pt>
                <c:pt idx="15">
                  <c:v>1968</c:v>
                </c:pt>
                <c:pt idx="16">
                  <c:v>1972</c:v>
                </c:pt>
                <c:pt idx="17">
                  <c:v>1976</c:v>
                </c:pt>
                <c:pt idx="18">
                  <c:v>1980</c:v>
                </c:pt>
                <c:pt idx="19">
                  <c:v>1984</c:v>
                </c:pt>
                <c:pt idx="20">
                  <c:v>1988</c:v>
                </c:pt>
                <c:pt idx="21">
                  <c:v>1992</c:v>
                </c:pt>
                <c:pt idx="22">
                  <c:v>1994</c:v>
                </c:pt>
                <c:pt idx="23">
                  <c:v>1996</c:v>
                </c:pt>
                <c:pt idx="24">
                  <c:v>1998</c:v>
                </c:pt>
                <c:pt idx="25">
                  <c:v>2000</c:v>
                </c:pt>
                <c:pt idx="26">
                  <c:v>2002</c:v>
                </c:pt>
                <c:pt idx="27">
                  <c:v>2004</c:v>
                </c:pt>
                <c:pt idx="28">
                  <c:v>2006</c:v>
                </c:pt>
                <c:pt idx="29">
                  <c:v>2008</c:v>
                </c:pt>
                <c:pt idx="30">
                  <c:v>2010</c:v>
                </c:pt>
                <c:pt idx="31">
                  <c:v>2012</c:v>
                </c:pt>
                <c:pt idx="32">
                  <c:v>2014</c:v>
                </c:pt>
                <c:pt idx="33">
                  <c:v>2016</c:v>
                </c:pt>
              </c:strCache>
            </c:strRef>
          </c:cat>
          <c:val>
            <c:numRef>
              <c:f>PT_Evolución!$C$6:$C$40</c:f>
              <c:numCache>
                <c:formatCode>General</c:formatCode>
                <c:ptCount val="3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23</c:v>
                </c:pt>
                <c:pt idx="6">
                  <c:v>0</c:v>
                </c:pt>
                <c:pt idx="7">
                  <c:v>3</c:v>
                </c:pt>
                <c:pt idx="8">
                  <c:v>1</c:v>
                </c:pt>
                <c:pt idx="9">
                  <c:v>0</c:v>
                </c:pt>
                <c:pt idx="10">
                  <c:v>3</c:v>
                </c:pt>
                <c:pt idx="11">
                  <c:v>1</c:v>
                </c:pt>
                <c:pt idx="12">
                  <c:v>0</c:v>
                </c:pt>
                <c:pt idx="13">
                  <c:v>14</c:v>
                </c:pt>
                <c:pt idx="14">
                  <c:v>0</c:v>
                </c:pt>
                <c:pt idx="15">
                  <c:v>0</c:v>
                </c:pt>
                <c:pt idx="16">
                  <c:v>2</c:v>
                </c:pt>
                <c:pt idx="17">
                  <c:v>6</c:v>
                </c:pt>
                <c:pt idx="18">
                  <c:v>24</c:v>
                </c:pt>
                <c:pt idx="19">
                  <c:v>19</c:v>
                </c:pt>
                <c:pt idx="20">
                  <c:v>5</c:v>
                </c:pt>
                <c:pt idx="21">
                  <c:v>70</c:v>
                </c:pt>
                <c:pt idx="22">
                  <c:v>0</c:v>
                </c:pt>
                <c:pt idx="23">
                  <c:v>66</c:v>
                </c:pt>
                <c:pt idx="24">
                  <c:v>0</c:v>
                </c:pt>
                <c:pt idx="25">
                  <c:v>42</c:v>
                </c:pt>
                <c:pt idx="26">
                  <c:v>0</c:v>
                </c:pt>
                <c:pt idx="27">
                  <c:v>30</c:v>
                </c:pt>
                <c:pt idx="28">
                  <c:v>0</c:v>
                </c:pt>
                <c:pt idx="29">
                  <c:v>70</c:v>
                </c:pt>
                <c:pt idx="30">
                  <c:v>0</c:v>
                </c:pt>
                <c:pt idx="31">
                  <c:v>63</c:v>
                </c:pt>
                <c:pt idx="32">
                  <c:v>0</c:v>
                </c:pt>
                <c:pt idx="33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AF-4FFB-93B0-27BB73D9ED09}"/>
            </c:ext>
          </c:extLst>
        </c:ser>
        <c:ser>
          <c:idx val="1"/>
          <c:order val="1"/>
          <c:tx>
            <c:strRef>
              <c:f>PT_Evolución!$D$4:$D$5</c:f>
              <c:strCache>
                <c:ptCount val="1"/>
                <c:pt idx="0">
                  <c:v>FRA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PT_Evolución!$B$6:$B$40</c:f>
              <c:strCache>
                <c:ptCount val="34"/>
                <c:pt idx="0">
                  <c:v>1900</c:v>
                </c:pt>
                <c:pt idx="1">
                  <c:v>1904</c:v>
                </c:pt>
                <c:pt idx="2">
                  <c:v>1906</c:v>
                </c:pt>
                <c:pt idx="3">
                  <c:v>1908</c:v>
                </c:pt>
                <c:pt idx="4">
                  <c:v>1912</c:v>
                </c:pt>
                <c:pt idx="5">
                  <c:v>1920</c:v>
                </c:pt>
                <c:pt idx="6">
                  <c:v>1924</c:v>
                </c:pt>
                <c:pt idx="7">
                  <c:v>1928</c:v>
                </c:pt>
                <c:pt idx="8">
                  <c:v>1932</c:v>
                </c:pt>
                <c:pt idx="9">
                  <c:v>1936</c:v>
                </c:pt>
                <c:pt idx="10">
                  <c:v>1948</c:v>
                </c:pt>
                <c:pt idx="11">
                  <c:v>1952</c:v>
                </c:pt>
                <c:pt idx="12">
                  <c:v>1956</c:v>
                </c:pt>
                <c:pt idx="13">
                  <c:v>1960</c:v>
                </c:pt>
                <c:pt idx="14">
                  <c:v>1964</c:v>
                </c:pt>
                <c:pt idx="15">
                  <c:v>1968</c:v>
                </c:pt>
                <c:pt idx="16">
                  <c:v>1972</c:v>
                </c:pt>
                <c:pt idx="17">
                  <c:v>1976</c:v>
                </c:pt>
                <c:pt idx="18">
                  <c:v>1980</c:v>
                </c:pt>
                <c:pt idx="19">
                  <c:v>1984</c:v>
                </c:pt>
                <c:pt idx="20">
                  <c:v>1988</c:v>
                </c:pt>
                <c:pt idx="21">
                  <c:v>1992</c:v>
                </c:pt>
                <c:pt idx="22">
                  <c:v>1994</c:v>
                </c:pt>
                <c:pt idx="23">
                  <c:v>1996</c:v>
                </c:pt>
                <c:pt idx="24">
                  <c:v>1998</c:v>
                </c:pt>
                <c:pt idx="25">
                  <c:v>2000</c:v>
                </c:pt>
                <c:pt idx="26">
                  <c:v>2002</c:v>
                </c:pt>
                <c:pt idx="27">
                  <c:v>2004</c:v>
                </c:pt>
                <c:pt idx="28">
                  <c:v>2006</c:v>
                </c:pt>
                <c:pt idx="29">
                  <c:v>2008</c:v>
                </c:pt>
                <c:pt idx="30">
                  <c:v>2010</c:v>
                </c:pt>
                <c:pt idx="31">
                  <c:v>2012</c:v>
                </c:pt>
                <c:pt idx="32">
                  <c:v>2014</c:v>
                </c:pt>
                <c:pt idx="33">
                  <c:v>2016</c:v>
                </c:pt>
              </c:strCache>
            </c:strRef>
          </c:cat>
          <c:val>
            <c:numRef>
              <c:f>PT_Evolución!$D$6:$D$40</c:f>
              <c:numCache>
                <c:formatCode>General</c:formatCode>
                <c:ptCount val="34"/>
                <c:pt idx="0">
                  <c:v>235</c:v>
                </c:pt>
                <c:pt idx="1">
                  <c:v>2</c:v>
                </c:pt>
                <c:pt idx="2">
                  <c:v>64</c:v>
                </c:pt>
                <c:pt idx="3">
                  <c:v>40</c:v>
                </c:pt>
                <c:pt idx="4">
                  <c:v>26</c:v>
                </c:pt>
                <c:pt idx="5">
                  <c:v>141</c:v>
                </c:pt>
                <c:pt idx="6">
                  <c:v>120</c:v>
                </c:pt>
                <c:pt idx="7">
                  <c:v>52</c:v>
                </c:pt>
                <c:pt idx="8">
                  <c:v>42</c:v>
                </c:pt>
                <c:pt idx="9">
                  <c:v>45</c:v>
                </c:pt>
                <c:pt idx="10">
                  <c:v>77</c:v>
                </c:pt>
                <c:pt idx="11">
                  <c:v>41</c:v>
                </c:pt>
                <c:pt idx="12">
                  <c:v>33</c:v>
                </c:pt>
                <c:pt idx="13">
                  <c:v>15</c:v>
                </c:pt>
                <c:pt idx="14">
                  <c:v>38</c:v>
                </c:pt>
                <c:pt idx="15">
                  <c:v>36</c:v>
                </c:pt>
                <c:pt idx="16">
                  <c:v>25</c:v>
                </c:pt>
                <c:pt idx="17">
                  <c:v>21</c:v>
                </c:pt>
                <c:pt idx="18">
                  <c:v>30</c:v>
                </c:pt>
                <c:pt idx="19">
                  <c:v>70</c:v>
                </c:pt>
                <c:pt idx="20">
                  <c:v>31</c:v>
                </c:pt>
                <c:pt idx="21">
                  <c:v>69</c:v>
                </c:pt>
                <c:pt idx="22">
                  <c:v>11</c:v>
                </c:pt>
                <c:pt idx="23">
                  <c:v>51</c:v>
                </c:pt>
                <c:pt idx="24">
                  <c:v>15</c:v>
                </c:pt>
                <c:pt idx="25">
                  <c:v>66</c:v>
                </c:pt>
                <c:pt idx="26">
                  <c:v>15</c:v>
                </c:pt>
                <c:pt idx="27">
                  <c:v>53</c:v>
                </c:pt>
                <c:pt idx="28">
                  <c:v>15</c:v>
                </c:pt>
                <c:pt idx="29">
                  <c:v>77</c:v>
                </c:pt>
                <c:pt idx="30">
                  <c:v>14</c:v>
                </c:pt>
                <c:pt idx="31">
                  <c:v>82</c:v>
                </c:pt>
                <c:pt idx="32">
                  <c:v>18</c:v>
                </c:pt>
                <c:pt idx="33">
                  <c:v>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AF-4FFB-93B0-27BB73D9ED09}"/>
            </c:ext>
          </c:extLst>
        </c:ser>
        <c:ser>
          <c:idx val="2"/>
          <c:order val="2"/>
          <c:tx>
            <c:strRef>
              <c:f>PT_Evolución!$E$4:$E$5</c:f>
              <c:strCache>
                <c:ptCount val="1"/>
                <c:pt idx="0">
                  <c:v>GER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PT_Evolución!$B$6:$B$40</c:f>
              <c:strCache>
                <c:ptCount val="34"/>
                <c:pt idx="0">
                  <c:v>1900</c:v>
                </c:pt>
                <c:pt idx="1">
                  <c:v>1904</c:v>
                </c:pt>
                <c:pt idx="2">
                  <c:v>1906</c:v>
                </c:pt>
                <c:pt idx="3">
                  <c:v>1908</c:v>
                </c:pt>
                <c:pt idx="4">
                  <c:v>1912</c:v>
                </c:pt>
                <c:pt idx="5">
                  <c:v>1920</c:v>
                </c:pt>
                <c:pt idx="6">
                  <c:v>1924</c:v>
                </c:pt>
                <c:pt idx="7">
                  <c:v>1928</c:v>
                </c:pt>
                <c:pt idx="8">
                  <c:v>1932</c:v>
                </c:pt>
                <c:pt idx="9">
                  <c:v>1936</c:v>
                </c:pt>
                <c:pt idx="10">
                  <c:v>1948</c:v>
                </c:pt>
                <c:pt idx="11">
                  <c:v>1952</c:v>
                </c:pt>
                <c:pt idx="12">
                  <c:v>1956</c:v>
                </c:pt>
                <c:pt idx="13">
                  <c:v>1960</c:v>
                </c:pt>
                <c:pt idx="14">
                  <c:v>1964</c:v>
                </c:pt>
                <c:pt idx="15">
                  <c:v>1968</c:v>
                </c:pt>
                <c:pt idx="16">
                  <c:v>1972</c:v>
                </c:pt>
                <c:pt idx="17">
                  <c:v>1976</c:v>
                </c:pt>
                <c:pt idx="18">
                  <c:v>1980</c:v>
                </c:pt>
                <c:pt idx="19">
                  <c:v>1984</c:v>
                </c:pt>
                <c:pt idx="20">
                  <c:v>1988</c:v>
                </c:pt>
                <c:pt idx="21">
                  <c:v>1992</c:v>
                </c:pt>
                <c:pt idx="22">
                  <c:v>1994</c:v>
                </c:pt>
                <c:pt idx="23">
                  <c:v>1996</c:v>
                </c:pt>
                <c:pt idx="24">
                  <c:v>1998</c:v>
                </c:pt>
                <c:pt idx="25">
                  <c:v>2000</c:v>
                </c:pt>
                <c:pt idx="26">
                  <c:v>2002</c:v>
                </c:pt>
                <c:pt idx="27">
                  <c:v>2004</c:v>
                </c:pt>
                <c:pt idx="28">
                  <c:v>2006</c:v>
                </c:pt>
                <c:pt idx="29">
                  <c:v>2008</c:v>
                </c:pt>
                <c:pt idx="30">
                  <c:v>2010</c:v>
                </c:pt>
                <c:pt idx="31">
                  <c:v>2012</c:v>
                </c:pt>
                <c:pt idx="32">
                  <c:v>2014</c:v>
                </c:pt>
                <c:pt idx="33">
                  <c:v>2016</c:v>
                </c:pt>
              </c:strCache>
            </c:strRef>
          </c:cat>
          <c:val>
            <c:numRef>
              <c:f>PT_Evolución!$E$6:$E$40</c:f>
              <c:numCache>
                <c:formatCode>General</c:formatCode>
                <c:ptCount val="34"/>
                <c:pt idx="0">
                  <c:v>45</c:v>
                </c:pt>
                <c:pt idx="1">
                  <c:v>16</c:v>
                </c:pt>
                <c:pt idx="2">
                  <c:v>30</c:v>
                </c:pt>
                <c:pt idx="3">
                  <c:v>21</c:v>
                </c:pt>
                <c:pt idx="4">
                  <c:v>53</c:v>
                </c:pt>
                <c:pt idx="5">
                  <c:v>0</c:v>
                </c:pt>
                <c:pt idx="6">
                  <c:v>0</c:v>
                </c:pt>
                <c:pt idx="7">
                  <c:v>82</c:v>
                </c:pt>
                <c:pt idx="8">
                  <c:v>57</c:v>
                </c:pt>
                <c:pt idx="9">
                  <c:v>231</c:v>
                </c:pt>
                <c:pt idx="10">
                  <c:v>0</c:v>
                </c:pt>
                <c:pt idx="11">
                  <c:v>52</c:v>
                </c:pt>
                <c:pt idx="12">
                  <c:v>54</c:v>
                </c:pt>
                <c:pt idx="13">
                  <c:v>98</c:v>
                </c:pt>
                <c:pt idx="14">
                  <c:v>126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236</c:v>
                </c:pt>
                <c:pt idx="22">
                  <c:v>40</c:v>
                </c:pt>
                <c:pt idx="23">
                  <c:v>124</c:v>
                </c:pt>
                <c:pt idx="24">
                  <c:v>44</c:v>
                </c:pt>
                <c:pt idx="25">
                  <c:v>118</c:v>
                </c:pt>
                <c:pt idx="26">
                  <c:v>61</c:v>
                </c:pt>
                <c:pt idx="27">
                  <c:v>149</c:v>
                </c:pt>
                <c:pt idx="28">
                  <c:v>54</c:v>
                </c:pt>
                <c:pt idx="29">
                  <c:v>99</c:v>
                </c:pt>
                <c:pt idx="30">
                  <c:v>54</c:v>
                </c:pt>
                <c:pt idx="31">
                  <c:v>94</c:v>
                </c:pt>
                <c:pt idx="32">
                  <c:v>36</c:v>
                </c:pt>
                <c:pt idx="33">
                  <c:v>159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AF-4FFB-93B0-27BB73D9ED09}"/>
            </c:ext>
          </c:extLst>
        </c:ser>
        <c:ser>
          <c:idx val="3"/>
          <c:order val="3"/>
          <c:tx>
            <c:strRef>
              <c:f>PT_Evolución!$F$4:$F$5</c:f>
              <c:strCache>
                <c:ptCount val="1"/>
                <c:pt idx="0">
                  <c:v>ITA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PT_Evolución!$B$6:$B$40</c:f>
              <c:strCache>
                <c:ptCount val="34"/>
                <c:pt idx="0">
                  <c:v>1900</c:v>
                </c:pt>
                <c:pt idx="1">
                  <c:v>1904</c:v>
                </c:pt>
                <c:pt idx="2">
                  <c:v>1906</c:v>
                </c:pt>
                <c:pt idx="3">
                  <c:v>1908</c:v>
                </c:pt>
                <c:pt idx="4">
                  <c:v>1912</c:v>
                </c:pt>
                <c:pt idx="5">
                  <c:v>1920</c:v>
                </c:pt>
                <c:pt idx="6">
                  <c:v>1924</c:v>
                </c:pt>
                <c:pt idx="7">
                  <c:v>1928</c:v>
                </c:pt>
                <c:pt idx="8">
                  <c:v>1932</c:v>
                </c:pt>
                <c:pt idx="9">
                  <c:v>1936</c:v>
                </c:pt>
                <c:pt idx="10">
                  <c:v>1948</c:v>
                </c:pt>
                <c:pt idx="11">
                  <c:v>1952</c:v>
                </c:pt>
                <c:pt idx="12">
                  <c:v>1956</c:v>
                </c:pt>
                <c:pt idx="13">
                  <c:v>1960</c:v>
                </c:pt>
                <c:pt idx="14">
                  <c:v>1964</c:v>
                </c:pt>
                <c:pt idx="15">
                  <c:v>1968</c:v>
                </c:pt>
                <c:pt idx="16">
                  <c:v>1972</c:v>
                </c:pt>
                <c:pt idx="17">
                  <c:v>1976</c:v>
                </c:pt>
                <c:pt idx="18">
                  <c:v>1980</c:v>
                </c:pt>
                <c:pt idx="19">
                  <c:v>1984</c:v>
                </c:pt>
                <c:pt idx="20">
                  <c:v>1988</c:v>
                </c:pt>
                <c:pt idx="21">
                  <c:v>1992</c:v>
                </c:pt>
                <c:pt idx="22">
                  <c:v>1994</c:v>
                </c:pt>
                <c:pt idx="23">
                  <c:v>1996</c:v>
                </c:pt>
                <c:pt idx="24">
                  <c:v>1998</c:v>
                </c:pt>
                <c:pt idx="25">
                  <c:v>2000</c:v>
                </c:pt>
                <c:pt idx="26">
                  <c:v>2002</c:v>
                </c:pt>
                <c:pt idx="27">
                  <c:v>2004</c:v>
                </c:pt>
                <c:pt idx="28">
                  <c:v>2006</c:v>
                </c:pt>
                <c:pt idx="29">
                  <c:v>2008</c:v>
                </c:pt>
                <c:pt idx="30">
                  <c:v>2010</c:v>
                </c:pt>
                <c:pt idx="31">
                  <c:v>2012</c:v>
                </c:pt>
                <c:pt idx="32">
                  <c:v>2014</c:v>
                </c:pt>
                <c:pt idx="33">
                  <c:v>2016</c:v>
                </c:pt>
              </c:strCache>
            </c:strRef>
          </c:cat>
          <c:val>
            <c:numRef>
              <c:f>PT_Evolución!$F$6:$F$40</c:f>
              <c:numCache>
                <c:formatCode>General</c:formatCode>
                <c:ptCount val="34"/>
                <c:pt idx="0">
                  <c:v>5</c:v>
                </c:pt>
                <c:pt idx="1">
                  <c:v>0</c:v>
                </c:pt>
                <c:pt idx="2">
                  <c:v>56</c:v>
                </c:pt>
                <c:pt idx="3">
                  <c:v>8</c:v>
                </c:pt>
                <c:pt idx="4">
                  <c:v>25</c:v>
                </c:pt>
                <c:pt idx="5">
                  <c:v>84</c:v>
                </c:pt>
                <c:pt idx="6">
                  <c:v>51</c:v>
                </c:pt>
                <c:pt idx="7">
                  <c:v>72</c:v>
                </c:pt>
                <c:pt idx="8">
                  <c:v>77</c:v>
                </c:pt>
                <c:pt idx="9">
                  <c:v>76</c:v>
                </c:pt>
                <c:pt idx="10">
                  <c:v>68</c:v>
                </c:pt>
                <c:pt idx="11">
                  <c:v>56</c:v>
                </c:pt>
                <c:pt idx="12">
                  <c:v>55</c:v>
                </c:pt>
                <c:pt idx="13">
                  <c:v>89</c:v>
                </c:pt>
                <c:pt idx="14">
                  <c:v>61</c:v>
                </c:pt>
                <c:pt idx="15">
                  <c:v>41</c:v>
                </c:pt>
                <c:pt idx="16">
                  <c:v>34</c:v>
                </c:pt>
                <c:pt idx="17">
                  <c:v>35</c:v>
                </c:pt>
                <c:pt idx="18">
                  <c:v>40</c:v>
                </c:pt>
                <c:pt idx="19">
                  <c:v>65</c:v>
                </c:pt>
                <c:pt idx="20">
                  <c:v>37</c:v>
                </c:pt>
                <c:pt idx="21">
                  <c:v>66</c:v>
                </c:pt>
                <c:pt idx="22">
                  <c:v>32</c:v>
                </c:pt>
                <c:pt idx="23">
                  <c:v>71</c:v>
                </c:pt>
                <c:pt idx="24">
                  <c:v>17</c:v>
                </c:pt>
                <c:pt idx="25">
                  <c:v>65</c:v>
                </c:pt>
                <c:pt idx="26">
                  <c:v>21</c:v>
                </c:pt>
                <c:pt idx="27">
                  <c:v>104</c:v>
                </c:pt>
                <c:pt idx="28">
                  <c:v>25</c:v>
                </c:pt>
                <c:pt idx="29">
                  <c:v>42</c:v>
                </c:pt>
                <c:pt idx="30">
                  <c:v>5</c:v>
                </c:pt>
                <c:pt idx="31">
                  <c:v>68</c:v>
                </c:pt>
                <c:pt idx="32">
                  <c:v>14</c:v>
                </c:pt>
                <c:pt idx="33">
                  <c:v>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4AF-4FFB-93B0-27BB73D9ED09}"/>
            </c:ext>
          </c:extLst>
        </c:ser>
        <c:ser>
          <c:idx val="4"/>
          <c:order val="4"/>
          <c:tx>
            <c:strRef>
              <c:f>PT_Evolución!$G$4:$G$5</c:f>
              <c:strCache>
                <c:ptCount val="1"/>
                <c:pt idx="0">
                  <c:v>USA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PT_Evolución!$B$6:$B$40</c:f>
              <c:strCache>
                <c:ptCount val="34"/>
                <c:pt idx="0">
                  <c:v>1900</c:v>
                </c:pt>
                <c:pt idx="1">
                  <c:v>1904</c:v>
                </c:pt>
                <c:pt idx="2">
                  <c:v>1906</c:v>
                </c:pt>
                <c:pt idx="3">
                  <c:v>1908</c:v>
                </c:pt>
                <c:pt idx="4">
                  <c:v>1912</c:v>
                </c:pt>
                <c:pt idx="5">
                  <c:v>1920</c:v>
                </c:pt>
                <c:pt idx="6">
                  <c:v>1924</c:v>
                </c:pt>
                <c:pt idx="7">
                  <c:v>1928</c:v>
                </c:pt>
                <c:pt idx="8">
                  <c:v>1932</c:v>
                </c:pt>
                <c:pt idx="9">
                  <c:v>1936</c:v>
                </c:pt>
                <c:pt idx="10">
                  <c:v>1948</c:v>
                </c:pt>
                <c:pt idx="11">
                  <c:v>1952</c:v>
                </c:pt>
                <c:pt idx="12">
                  <c:v>1956</c:v>
                </c:pt>
                <c:pt idx="13">
                  <c:v>1960</c:v>
                </c:pt>
                <c:pt idx="14">
                  <c:v>1964</c:v>
                </c:pt>
                <c:pt idx="15">
                  <c:v>1968</c:v>
                </c:pt>
                <c:pt idx="16">
                  <c:v>1972</c:v>
                </c:pt>
                <c:pt idx="17">
                  <c:v>1976</c:v>
                </c:pt>
                <c:pt idx="18">
                  <c:v>1980</c:v>
                </c:pt>
                <c:pt idx="19">
                  <c:v>1984</c:v>
                </c:pt>
                <c:pt idx="20">
                  <c:v>1988</c:v>
                </c:pt>
                <c:pt idx="21">
                  <c:v>1992</c:v>
                </c:pt>
                <c:pt idx="22">
                  <c:v>1994</c:v>
                </c:pt>
                <c:pt idx="23">
                  <c:v>1996</c:v>
                </c:pt>
                <c:pt idx="24">
                  <c:v>1998</c:v>
                </c:pt>
                <c:pt idx="25">
                  <c:v>2000</c:v>
                </c:pt>
                <c:pt idx="26">
                  <c:v>2002</c:v>
                </c:pt>
                <c:pt idx="27">
                  <c:v>2004</c:v>
                </c:pt>
                <c:pt idx="28">
                  <c:v>2006</c:v>
                </c:pt>
                <c:pt idx="29">
                  <c:v>2008</c:v>
                </c:pt>
                <c:pt idx="30">
                  <c:v>2010</c:v>
                </c:pt>
                <c:pt idx="31">
                  <c:v>2012</c:v>
                </c:pt>
                <c:pt idx="32">
                  <c:v>2014</c:v>
                </c:pt>
                <c:pt idx="33">
                  <c:v>2016</c:v>
                </c:pt>
              </c:strCache>
            </c:strRef>
          </c:cat>
          <c:val>
            <c:numRef>
              <c:f>PT_Evolución!$G$6:$G$40</c:f>
              <c:numCache>
                <c:formatCode>General</c:formatCode>
                <c:ptCount val="34"/>
                <c:pt idx="0">
                  <c:v>63</c:v>
                </c:pt>
                <c:pt idx="1">
                  <c:v>394</c:v>
                </c:pt>
                <c:pt idx="2">
                  <c:v>24</c:v>
                </c:pt>
                <c:pt idx="3">
                  <c:v>65</c:v>
                </c:pt>
                <c:pt idx="4">
                  <c:v>107</c:v>
                </c:pt>
                <c:pt idx="5">
                  <c:v>194</c:v>
                </c:pt>
                <c:pt idx="6">
                  <c:v>194</c:v>
                </c:pt>
                <c:pt idx="7">
                  <c:v>102</c:v>
                </c:pt>
                <c:pt idx="8">
                  <c:v>223</c:v>
                </c:pt>
                <c:pt idx="9">
                  <c:v>112</c:v>
                </c:pt>
                <c:pt idx="10">
                  <c:v>168</c:v>
                </c:pt>
                <c:pt idx="11">
                  <c:v>164</c:v>
                </c:pt>
                <c:pt idx="12">
                  <c:v>149</c:v>
                </c:pt>
                <c:pt idx="13">
                  <c:v>152</c:v>
                </c:pt>
                <c:pt idx="14">
                  <c:v>177</c:v>
                </c:pt>
                <c:pt idx="15">
                  <c:v>173</c:v>
                </c:pt>
                <c:pt idx="16">
                  <c:v>195</c:v>
                </c:pt>
                <c:pt idx="17">
                  <c:v>175</c:v>
                </c:pt>
                <c:pt idx="18">
                  <c:v>30</c:v>
                </c:pt>
                <c:pt idx="19">
                  <c:v>361</c:v>
                </c:pt>
                <c:pt idx="20">
                  <c:v>214</c:v>
                </c:pt>
                <c:pt idx="21">
                  <c:v>238</c:v>
                </c:pt>
                <c:pt idx="22">
                  <c:v>19</c:v>
                </c:pt>
                <c:pt idx="23">
                  <c:v>259</c:v>
                </c:pt>
                <c:pt idx="24">
                  <c:v>34</c:v>
                </c:pt>
                <c:pt idx="25">
                  <c:v>242</c:v>
                </c:pt>
                <c:pt idx="26">
                  <c:v>84</c:v>
                </c:pt>
                <c:pt idx="27">
                  <c:v>263</c:v>
                </c:pt>
                <c:pt idx="28">
                  <c:v>52</c:v>
                </c:pt>
                <c:pt idx="29">
                  <c:v>317</c:v>
                </c:pt>
                <c:pt idx="30">
                  <c:v>97</c:v>
                </c:pt>
                <c:pt idx="31">
                  <c:v>248</c:v>
                </c:pt>
                <c:pt idx="32">
                  <c:v>64</c:v>
                </c:pt>
                <c:pt idx="33">
                  <c:v>264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4AF-4FFB-93B0-27BB73D9E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91984000"/>
        <c:axId val="115522287"/>
      </c:lineChart>
      <c:catAx>
        <c:axId val="159198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5522287"/>
        <c:crosses val="autoZero"/>
        <c:auto val="1"/>
        <c:lblAlgn val="ctr"/>
        <c:lblOffset val="100"/>
        <c:noMultiLvlLbl val="0"/>
      </c:catAx>
      <c:valAx>
        <c:axId val="115522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91984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[Miniproject - Excel (1).xlsm]PT_Deportes!deportes_top10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sz="1600" b="1"/>
              <a:t>Deportes con más medallas por país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PT_Deportes!$C$4:$C$5</c:f>
              <c:strCache>
                <c:ptCount val="1"/>
                <c:pt idx="0">
                  <c:v>ESP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PT_Deportes!$B$6:$B$16</c:f>
              <c:strCache>
                <c:ptCount val="10"/>
                <c:pt idx="0">
                  <c:v>Athletics</c:v>
                </c:pt>
                <c:pt idx="1">
                  <c:v>Swimming</c:v>
                </c:pt>
                <c:pt idx="2">
                  <c:v>Rowing</c:v>
                </c:pt>
                <c:pt idx="3">
                  <c:v>Fencing</c:v>
                </c:pt>
                <c:pt idx="4">
                  <c:v>Basketball</c:v>
                </c:pt>
                <c:pt idx="5">
                  <c:v>Cycling</c:v>
                </c:pt>
                <c:pt idx="6">
                  <c:v>Gymnastics</c:v>
                </c:pt>
                <c:pt idx="7">
                  <c:v>Equestrianism</c:v>
                </c:pt>
                <c:pt idx="8">
                  <c:v>Water Polo</c:v>
                </c:pt>
                <c:pt idx="9">
                  <c:v>Sailing</c:v>
                </c:pt>
              </c:strCache>
            </c:strRef>
          </c:cat>
          <c:val>
            <c:numRef>
              <c:f>PT_Deportes!$C$6:$C$16</c:f>
              <c:numCache>
                <c:formatCode>General</c:formatCode>
                <c:ptCount val="10"/>
                <c:pt idx="0">
                  <c:v>14</c:v>
                </c:pt>
                <c:pt idx="1">
                  <c:v>8</c:v>
                </c:pt>
                <c:pt idx="2">
                  <c:v>2</c:v>
                </c:pt>
                <c:pt idx="3">
                  <c:v>1</c:v>
                </c:pt>
                <c:pt idx="4">
                  <c:v>60</c:v>
                </c:pt>
                <c:pt idx="5">
                  <c:v>19</c:v>
                </c:pt>
                <c:pt idx="6">
                  <c:v>4</c:v>
                </c:pt>
                <c:pt idx="7">
                  <c:v>11</c:v>
                </c:pt>
                <c:pt idx="8">
                  <c:v>36</c:v>
                </c:pt>
                <c:pt idx="9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8D-4228-BDEE-3D2DB9FA3881}"/>
            </c:ext>
          </c:extLst>
        </c:ser>
        <c:ser>
          <c:idx val="1"/>
          <c:order val="1"/>
          <c:tx>
            <c:strRef>
              <c:f>PT_Deportes!$D$4:$D$5</c:f>
              <c:strCache>
                <c:ptCount val="1"/>
                <c:pt idx="0">
                  <c:v>FRA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PT_Deportes!$B$6:$B$16</c:f>
              <c:strCache>
                <c:ptCount val="10"/>
                <c:pt idx="0">
                  <c:v>Athletics</c:v>
                </c:pt>
                <c:pt idx="1">
                  <c:v>Swimming</c:v>
                </c:pt>
                <c:pt idx="2">
                  <c:v>Rowing</c:v>
                </c:pt>
                <c:pt idx="3">
                  <c:v>Fencing</c:v>
                </c:pt>
                <c:pt idx="4">
                  <c:v>Basketball</c:v>
                </c:pt>
                <c:pt idx="5">
                  <c:v>Cycling</c:v>
                </c:pt>
                <c:pt idx="6">
                  <c:v>Gymnastics</c:v>
                </c:pt>
                <c:pt idx="7">
                  <c:v>Equestrianism</c:v>
                </c:pt>
                <c:pt idx="8">
                  <c:v>Water Polo</c:v>
                </c:pt>
                <c:pt idx="9">
                  <c:v>Sailing</c:v>
                </c:pt>
              </c:strCache>
            </c:strRef>
          </c:cat>
          <c:val>
            <c:numRef>
              <c:f>PT_Deportes!$D$6:$D$16</c:f>
              <c:numCache>
                <c:formatCode>General</c:formatCode>
                <c:ptCount val="10"/>
                <c:pt idx="0">
                  <c:v>114</c:v>
                </c:pt>
                <c:pt idx="1">
                  <c:v>80</c:v>
                </c:pt>
                <c:pt idx="2">
                  <c:v>119</c:v>
                </c:pt>
                <c:pt idx="3">
                  <c:v>307</c:v>
                </c:pt>
                <c:pt idx="4">
                  <c:v>38</c:v>
                </c:pt>
                <c:pt idx="5">
                  <c:v>145</c:v>
                </c:pt>
                <c:pt idx="6">
                  <c:v>58</c:v>
                </c:pt>
                <c:pt idx="7">
                  <c:v>79</c:v>
                </c:pt>
                <c:pt idx="8">
                  <c:v>30</c:v>
                </c:pt>
                <c:pt idx="9">
                  <c:v>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8D-4228-BDEE-3D2DB9FA3881}"/>
            </c:ext>
          </c:extLst>
        </c:ser>
        <c:ser>
          <c:idx val="2"/>
          <c:order val="2"/>
          <c:tx>
            <c:strRef>
              <c:f>PT_Deportes!$E$4:$E$5</c:f>
              <c:strCache>
                <c:ptCount val="1"/>
                <c:pt idx="0">
                  <c:v>GER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PT_Deportes!$B$6:$B$16</c:f>
              <c:strCache>
                <c:ptCount val="10"/>
                <c:pt idx="0">
                  <c:v>Athletics</c:v>
                </c:pt>
                <c:pt idx="1">
                  <c:v>Swimming</c:v>
                </c:pt>
                <c:pt idx="2">
                  <c:v>Rowing</c:v>
                </c:pt>
                <c:pt idx="3">
                  <c:v>Fencing</c:v>
                </c:pt>
                <c:pt idx="4">
                  <c:v>Basketball</c:v>
                </c:pt>
                <c:pt idx="5">
                  <c:v>Cycling</c:v>
                </c:pt>
                <c:pt idx="6">
                  <c:v>Gymnastics</c:v>
                </c:pt>
                <c:pt idx="7">
                  <c:v>Equestrianism</c:v>
                </c:pt>
                <c:pt idx="8">
                  <c:v>Water Polo</c:v>
                </c:pt>
                <c:pt idx="9">
                  <c:v>Sailing</c:v>
                </c:pt>
              </c:strCache>
            </c:strRef>
          </c:cat>
          <c:val>
            <c:numRef>
              <c:f>PT_Deportes!$E$6:$E$16</c:f>
              <c:numCache>
                <c:formatCode>General</c:formatCode>
                <c:ptCount val="10"/>
                <c:pt idx="0">
                  <c:v>153</c:v>
                </c:pt>
                <c:pt idx="1">
                  <c:v>156</c:v>
                </c:pt>
                <c:pt idx="2">
                  <c:v>236</c:v>
                </c:pt>
                <c:pt idx="3">
                  <c:v>73</c:v>
                </c:pt>
                <c:pt idx="4">
                  <c:v>0</c:v>
                </c:pt>
                <c:pt idx="5">
                  <c:v>93</c:v>
                </c:pt>
                <c:pt idx="6">
                  <c:v>49</c:v>
                </c:pt>
                <c:pt idx="7">
                  <c:v>143</c:v>
                </c:pt>
                <c:pt idx="8">
                  <c:v>27</c:v>
                </c:pt>
                <c:pt idx="9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8D-4228-BDEE-3D2DB9FA3881}"/>
            </c:ext>
          </c:extLst>
        </c:ser>
        <c:ser>
          <c:idx val="3"/>
          <c:order val="3"/>
          <c:tx>
            <c:strRef>
              <c:f>PT_Deportes!$F$4:$F$5</c:f>
              <c:strCache>
                <c:ptCount val="1"/>
                <c:pt idx="0">
                  <c:v>ITA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PT_Deportes!$B$6:$B$16</c:f>
              <c:strCache>
                <c:ptCount val="10"/>
                <c:pt idx="0">
                  <c:v>Athletics</c:v>
                </c:pt>
                <c:pt idx="1">
                  <c:v>Swimming</c:v>
                </c:pt>
                <c:pt idx="2">
                  <c:v>Rowing</c:v>
                </c:pt>
                <c:pt idx="3">
                  <c:v>Fencing</c:v>
                </c:pt>
                <c:pt idx="4">
                  <c:v>Basketball</c:v>
                </c:pt>
                <c:pt idx="5">
                  <c:v>Cycling</c:v>
                </c:pt>
                <c:pt idx="6">
                  <c:v>Gymnastics</c:v>
                </c:pt>
                <c:pt idx="7">
                  <c:v>Equestrianism</c:v>
                </c:pt>
                <c:pt idx="8">
                  <c:v>Water Polo</c:v>
                </c:pt>
                <c:pt idx="9">
                  <c:v>Sailing</c:v>
                </c:pt>
              </c:strCache>
            </c:strRef>
          </c:cat>
          <c:val>
            <c:numRef>
              <c:f>PT_Deportes!$F$6:$F$16</c:f>
              <c:numCache>
                <c:formatCode>General</c:formatCode>
                <c:ptCount val="10"/>
                <c:pt idx="0">
                  <c:v>72</c:v>
                </c:pt>
                <c:pt idx="1">
                  <c:v>27</c:v>
                </c:pt>
                <c:pt idx="2">
                  <c:v>183</c:v>
                </c:pt>
                <c:pt idx="3">
                  <c:v>359</c:v>
                </c:pt>
                <c:pt idx="4">
                  <c:v>24</c:v>
                </c:pt>
                <c:pt idx="5">
                  <c:v>124</c:v>
                </c:pt>
                <c:pt idx="6">
                  <c:v>109</c:v>
                </c:pt>
                <c:pt idx="7">
                  <c:v>46</c:v>
                </c:pt>
                <c:pt idx="8">
                  <c:v>120</c:v>
                </c:pt>
                <c:pt idx="9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28D-4228-BDEE-3D2DB9FA3881}"/>
            </c:ext>
          </c:extLst>
        </c:ser>
        <c:ser>
          <c:idx val="4"/>
          <c:order val="4"/>
          <c:tx>
            <c:strRef>
              <c:f>PT_Deportes!$G$4:$G$5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PT_Deportes!$B$6:$B$16</c:f>
              <c:strCache>
                <c:ptCount val="10"/>
                <c:pt idx="0">
                  <c:v>Athletics</c:v>
                </c:pt>
                <c:pt idx="1">
                  <c:v>Swimming</c:v>
                </c:pt>
                <c:pt idx="2">
                  <c:v>Rowing</c:v>
                </c:pt>
                <c:pt idx="3">
                  <c:v>Fencing</c:v>
                </c:pt>
                <c:pt idx="4">
                  <c:v>Basketball</c:v>
                </c:pt>
                <c:pt idx="5">
                  <c:v>Cycling</c:v>
                </c:pt>
                <c:pt idx="6">
                  <c:v>Gymnastics</c:v>
                </c:pt>
                <c:pt idx="7">
                  <c:v>Equestrianism</c:v>
                </c:pt>
                <c:pt idx="8">
                  <c:v>Water Polo</c:v>
                </c:pt>
                <c:pt idx="9">
                  <c:v>Sailing</c:v>
                </c:pt>
              </c:strCache>
            </c:strRef>
          </c:cat>
          <c:val>
            <c:numRef>
              <c:f>PT_Deportes!$G$6:$G$16</c:f>
              <c:numCache>
                <c:formatCode>General</c:formatCode>
                <c:ptCount val="10"/>
                <c:pt idx="0">
                  <c:v>1063</c:v>
                </c:pt>
                <c:pt idx="1">
                  <c:v>1078</c:v>
                </c:pt>
                <c:pt idx="2">
                  <c:v>375</c:v>
                </c:pt>
                <c:pt idx="3">
                  <c:v>69</c:v>
                </c:pt>
                <c:pt idx="4">
                  <c:v>341</c:v>
                </c:pt>
                <c:pt idx="5">
                  <c:v>78</c:v>
                </c:pt>
                <c:pt idx="6">
                  <c:v>194</c:v>
                </c:pt>
                <c:pt idx="7">
                  <c:v>132</c:v>
                </c:pt>
                <c:pt idx="8">
                  <c:v>150</c:v>
                </c:pt>
                <c:pt idx="9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8D-4228-BDEE-3D2DB9FA3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axId val="2011828928"/>
        <c:axId val="115471407"/>
      </c:barChart>
      <c:catAx>
        <c:axId val="2011828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15471407"/>
        <c:crosses val="autoZero"/>
        <c:auto val="1"/>
        <c:lblAlgn val="ctr"/>
        <c:lblOffset val="100"/>
        <c:noMultiLvlLbl val="0"/>
      </c:catAx>
      <c:valAx>
        <c:axId val="1154714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201182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96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034E-96A0-B582-FF8E-135A6FD3F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6C0B7-0DFD-49C8-ED64-0310FF0569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11019-5EAF-AD9B-E836-5610B4727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9071F-64B3-CC1C-2B7F-C92110A33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42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685800" y="1371600"/>
            <a:ext cx="118872" cy="324612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1051560" y="141732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Comparación de medallas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olímpicas por país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078992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20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· USA · FRA · ITA · GER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051560" y="3860292"/>
            <a:ext cx="3566160" cy="566928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078992" y="400431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Laia Estopañan Moreno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64556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556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Laia Estopañan Moreno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EL PROYECTO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676656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235"/>
                </a:solidFill>
                <a:latin typeface="Georgia" pitchFamily="34" charset="0"/>
              </a:rPr>
              <a:t>Objetivo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ES" sz="1400" dirty="0"/>
              <a:t>Analizar y comparar los resultados olímpicos de diferentes países, estudiando el número y tipo de medallas obtenidas, sexo, su evolución histórica y los deportes en los que cada país destaca.</a:t>
            </a:r>
          </a:p>
        </p:txBody>
      </p:sp>
      <p:sp>
        <p:nvSpPr>
          <p:cNvPr id="8" name="Shape 6"/>
          <p:cNvSpPr/>
          <p:nvPr/>
        </p:nvSpPr>
        <p:spPr>
          <a:xfrm>
            <a:off x="621792" y="2715768"/>
            <a:ext cx="329184" cy="329184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21792" y="2770632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 los datos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60704" y="297180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 + 27.000 registros de “120 Years of Olympic History” obtenido de Kaggle.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3648456"/>
            <a:ext cx="329184" cy="329184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21792" y="3703320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0704" y="3630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60704" y="390448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datos y seleccionar paises (ESP, USA, FRA, ITA, GER).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" y="4581144"/>
            <a:ext cx="329184" cy="329184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1792" y="4636008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0704" y="45628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dinámicas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60704" y="483717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PivotTables que agregan medallas por país, año, deporte y género.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" y="5513832"/>
            <a:ext cx="329184" cy="329184"/>
          </a:xfrm>
          <a:prstGeom prst="ellipse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21792" y="5568696"/>
            <a:ext cx="329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60704" y="5495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60704" y="576986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conectados con segmentadores.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66360" y="1371600"/>
            <a:ext cx="6446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5C312E9-3A08-624D-4906-32971AC2EB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77"/>
          <a:stretch>
            <a:fillRect/>
          </a:stretch>
        </p:blipFill>
        <p:spPr>
          <a:xfrm>
            <a:off x="6103620" y="2451701"/>
            <a:ext cx="4837176" cy="25032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B9ADE-6E61-9AE0-714D-5B15164C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923485-AB8D-FD23-73E6-A3562055046C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4871034-D8DA-C9CE-9715-DF867316200D}"/>
              </a:ext>
            </a:extLst>
          </p:cNvPr>
          <p:cNvSpPr/>
          <p:nvPr/>
        </p:nvSpPr>
        <p:spPr>
          <a:xfrm>
            <a:off x="548640" y="64556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E35459-FECB-3791-E559-2BC333827A54}"/>
              </a:ext>
            </a:extLst>
          </p:cNvPr>
          <p:cNvSpPr/>
          <p:nvPr/>
        </p:nvSpPr>
        <p:spPr>
          <a:xfrm>
            <a:off x="7955280" y="64556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Laia Estopañan Moreno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2FDED8-09E8-DC3E-338C-F1C656CD63CF}"/>
              </a:ext>
            </a:extLst>
          </p:cNvPr>
          <p:cNvSpPr/>
          <p:nvPr/>
        </p:nvSpPr>
        <p:spPr>
          <a:xfrm>
            <a:off x="59436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CONCLUSIONES</a:t>
            </a:r>
            <a:endParaRPr lang="en-US" sz="1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5BF9BE-E50E-79B8-DE53-13F1015228D0}"/>
              </a:ext>
            </a:extLst>
          </p:cNvPr>
          <p:cNvSpPr/>
          <p:nvPr/>
        </p:nvSpPr>
        <p:spPr>
          <a:xfrm>
            <a:off x="594360" y="676656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Medallas por país</a:t>
            </a:r>
            <a:endParaRPr lang="en-US" sz="3400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F2FAEBBA-783D-6BA6-CC8C-2B234770A4FE}"/>
              </a:ext>
            </a:extLst>
          </p:cNvPr>
          <p:cNvSpPr/>
          <p:nvPr/>
        </p:nvSpPr>
        <p:spPr>
          <a:xfrm>
            <a:off x="594360" y="1743456"/>
            <a:ext cx="26197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D686A674-7ED1-CF1D-4EA8-4B22946B8A5A}"/>
              </a:ext>
            </a:extLst>
          </p:cNvPr>
          <p:cNvSpPr/>
          <p:nvPr/>
        </p:nvSpPr>
        <p:spPr>
          <a:xfrm>
            <a:off x="594360" y="1743456"/>
            <a:ext cx="2619756" cy="54864"/>
          </a:xfrm>
          <a:prstGeom prst="rect">
            <a:avLst/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B2E982C8-CE6C-6A87-D05B-5B3831BD3F02}"/>
              </a:ext>
            </a:extLst>
          </p:cNvPr>
          <p:cNvSpPr/>
          <p:nvPr/>
        </p:nvSpPr>
        <p:spPr>
          <a:xfrm>
            <a:off x="722376" y="1962912"/>
            <a:ext cx="23637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≈5.600</a:t>
            </a:r>
            <a:endParaRPr lang="en-US" sz="25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12E251B1-ACCC-9649-478E-65697857F039}"/>
              </a:ext>
            </a:extLst>
          </p:cNvPr>
          <p:cNvSpPr/>
          <p:nvPr/>
        </p:nvSpPr>
        <p:spPr>
          <a:xfrm>
            <a:off x="704088" y="2456688"/>
            <a:ext cx="2400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Medallas de USA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(≈2.640 de oro)</a:t>
            </a:r>
            <a:endParaRPr lang="en-US" sz="1050" dirty="0"/>
          </a:p>
        </p:txBody>
      </p:sp>
      <p:sp>
        <p:nvSpPr>
          <p:cNvPr id="43" name="Shape 9">
            <a:extLst>
              <a:ext uri="{FF2B5EF4-FFF2-40B4-BE49-F238E27FC236}">
                <a16:creationId xmlns:a16="http://schemas.microsoft.com/office/drawing/2014/main" id="{16879776-BB90-3F33-4017-08EA7FA84B21}"/>
              </a:ext>
            </a:extLst>
          </p:cNvPr>
          <p:cNvSpPr/>
          <p:nvPr/>
        </p:nvSpPr>
        <p:spPr>
          <a:xfrm>
            <a:off x="3378708" y="1743456"/>
            <a:ext cx="26197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EF609259-4076-A9BC-1B18-B82104214324}"/>
              </a:ext>
            </a:extLst>
          </p:cNvPr>
          <p:cNvSpPr/>
          <p:nvPr/>
        </p:nvSpPr>
        <p:spPr>
          <a:xfrm>
            <a:off x="3378708" y="1743456"/>
            <a:ext cx="2619756" cy="54864"/>
          </a:xfrm>
          <a:prstGeom prst="rect">
            <a:avLst/>
          </a:prstGeom>
          <a:solidFill>
            <a:srgbClr val="5C6675"/>
          </a:solidFill>
          <a:ln w="12700">
            <a:solidFill>
              <a:srgbClr val="5C66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43D1446F-830E-13D9-9102-3AF27BA0C6F7}"/>
              </a:ext>
            </a:extLst>
          </p:cNvPr>
          <p:cNvSpPr/>
          <p:nvPr/>
        </p:nvSpPr>
        <p:spPr>
          <a:xfrm>
            <a:off x="3506724" y="1962912"/>
            <a:ext cx="23637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≈2.130</a:t>
            </a:r>
            <a:endParaRPr lang="en-US" sz="2500" dirty="0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7CC283DE-1C65-9BDD-3794-1565DC151193}"/>
              </a:ext>
            </a:extLst>
          </p:cNvPr>
          <p:cNvSpPr/>
          <p:nvPr/>
        </p:nvSpPr>
        <p:spPr>
          <a:xfrm>
            <a:off x="3488436" y="2456688"/>
            <a:ext cx="2400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GER, segundo país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grupo</a:t>
            </a:r>
            <a:endParaRPr lang="en-US" sz="1050" dirty="0"/>
          </a:p>
        </p:txBody>
      </p:sp>
      <p:sp>
        <p:nvSpPr>
          <p:cNvPr id="51" name="Shape 13">
            <a:extLst>
              <a:ext uri="{FF2B5EF4-FFF2-40B4-BE49-F238E27FC236}">
                <a16:creationId xmlns:a16="http://schemas.microsoft.com/office/drawing/2014/main" id="{81660BAB-D695-B10E-53B5-97550B99187C}"/>
              </a:ext>
            </a:extLst>
          </p:cNvPr>
          <p:cNvSpPr/>
          <p:nvPr/>
        </p:nvSpPr>
        <p:spPr>
          <a:xfrm>
            <a:off x="6163056" y="1743456"/>
            <a:ext cx="26197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7432BA32-F286-E750-9E32-FA924DAD8DB9}"/>
              </a:ext>
            </a:extLst>
          </p:cNvPr>
          <p:cNvSpPr/>
          <p:nvPr/>
        </p:nvSpPr>
        <p:spPr>
          <a:xfrm>
            <a:off x="6163056" y="1743456"/>
            <a:ext cx="2619756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649BC135-4019-5913-7605-3CBF36BDBF19}"/>
              </a:ext>
            </a:extLst>
          </p:cNvPr>
          <p:cNvSpPr/>
          <p:nvPr/>
        </p:nvSpPr>
        <p:spPr>
          <a:xfrm>
            <a:off x="6291072" y="1962912"/>
            <a:ext cx="23637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≈510</a:t>
            </a:r>
            <a:endParaRPr lang="en-US" sz="2500" dirty="0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89262A55-1060-17C5-7ECB-5B2E2C52417A}"/>
              </a:ext>
            </a:extLst>
          </p:cNvPr>
          <p:cNvSpPr/>
          <p:nvPr/>
        </p:nvSpPr>
        <p:spPr>
          <a:xfrm>
            <a:off x="6272784" y="2456688"/>
            <a:ext cx="2400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Medallas de ESP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todo el periodo</a:t>
            </a:r>
            <a:endParaRPr lang="en-US" sz="1050" dirty="0"/>
          </a:p>
        </p:txBody>
      </p:sp>
      <p:sp>
        <p:nvSpPr>
          <p:cNvPr id="59" name="Shape 17">
            <a:extLst>
              <a:ext uri="{FF2B5EF4-FFF2-40B4-BE49-F238E27FC236}">
                <a16:creationId xmlns:a16="http://schemas.microsoft.com/office/drawing/2014/main" id="{8D282A36-BEDB-4475-246A-B256BEB0D9B6}"/>
              </a:ext>
            </a:extLst>
          </p:cNvPr>
          <p:cNvSpPr/>
          <p:nvPr/>
        </p:nvSpPr>
        <p:spPr>
          <a:xfrm>
            <a:off x="8947404" y="1743456"/>
            <a:ext cx="261975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18486C3D-ED80-EB6A-AA41-C3CB301812A2}"/>
              </a:ext>
            </a:extLst>
          </p:cNvPr>
          <p:cNvSpPr/>
          <p:nvPr/>
        </p:nvSpPr>
        <p:spPr>
          <a:xfrm>
            <a:off x="8947404" y="1743456"/>
            <a:ext cx="2619756" cy="5486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DDAF4D55-8B47-2CC7-1ABB-51862637F42A}"/>
              </a:ext>
            </a:extLst>
          </p:cNvPr>
          <p:cNvSpPr/>
          <p:nvPr/>
        </p:nvSpPr>
        <p:spPr>
          <a:xfrm>
            <a:off x="9075420" y="1962912"/>
            <a:ext cx="23637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11×</a:t>
            </a:r>
            <a:endParaRPr lang="en-US" sz="2500" dirty="0"/>
          </a:p>
        </p:txBody>
      </p:sp>
      <p:sp>
        <p:nvSpPr>
          <p:cNvPr id="65" name="Text 20">
            <a:extLst>
              <a:ext uri="{FF2B5EF4-FFF2-40B4-BE49-F238E27FC236}">
                <a16:creationId xmlns:a16="http://schemas.microsoft.com/office/drawing/2014/main" id="{1D630578-F80E-3EA0-4A47-4BFEF6511EFD}"/>
              </a:ext>
            </a:extLst>
          </p:cNvPr>
          <p:cNvSpPr/>
          <p:nvPr/>
        </p:nvSpPr>
        <p:spPr>
          <a:xfrm>
            <a:off x="9057132" y="2456688"/>
            <a:ext cx="24003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multiplica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total de España</a:t>
            </a:r>
            <a:endParaRPr lang="en-US" sz="1050" dirty="0"/>
          </a:p>
        </p:txBody>
      </p:sp>
      <p:graphicFrame>
        <p:nvGraphicFramePr>
          <p:cNvPr id="67" name="Chart 66">
            <a:extLst>
              <a:ext uri="{FF2B5EF4-FFF2-40B4-BE49-F238E27FC236}">
                <a16:creationId xmlns:a16="http://schemas.microsoft.com/office/drawing/2014/main" id="{BB4F27DA-9EA3-5309-AF7F-5D246A6242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2086006"/>
              </p:ext>
            </p:extLst>
          </p:nvPr>
        </p:nvGraphicFramePr>
        <p:xfrm>
          <a:off x="802894" y="3191256"/>
          <a:ext cx="10291826" cy="2935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36110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64556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556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Laia Estopañan Moreno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CONCLUSIONES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676656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cuentan los datos</a:t>
            </a:r>
            <a:endParaRPr lang="en-US" sz="3400" dirty="0"/>
          </a:p>
        </p:txBody>
      </p:sp>
      <p:sp>
        <p:nvSpPr>
          <p:cNvPr id="10" name="Shape 5"/>
          <p:cNvSpPr/>
          <p:nvPr/>
        </p:nvSpPr>
        <p:spPr>
          <a:xfrm>
            <a:off x="548640" y="4069080"/>
            <a:ext cx="335829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6"/>
          <p:cNvSpPr/>
          <p:nvPr/>
        </p:nvSpPr>
        <p:spPr>
          <a:xfrm>
            <a:off x="548640" y="4069080"/>
            <a:ext cx="3358298" cy="64008"/>
          </a:xfrm>
          <a:prstGeom prst="rect">
            <a:avLst/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7"/>
          <p:cNvSpPr/>
          <p:nvPr/>
        </p:nvSpPr>
        <p:spPr>
          <a:xfrm>
            <a:off x="780076" y="4315968"/>
            <a:ext cx="2808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de USA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79565" y="4663440"/>
            <a:ext cx="2831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Unidos lidera los juegos acumulado con una distancia enorme sobre el resto.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364839" y="4069080"/>
            <a:ext cx="334040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0"/>
          <p:cNvSpPr/>
          <p:nvPr/>
        </p:nvSpPr>
        <p:spPr>
          <a:xfrm>
            <a:off x="4364839" y="4069080"/>
            <a:ext cx="3340402" cy="64008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1"/>
          <p:cNvSpPr/>
          <p:nvPr/>
        </p:nvSpPr>
        <p:spPr>
          <a:xfrm>
            <a:off x="4584295" y="4315968"/>
            <a:ext cx="2793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Europa, muy pareja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84295" y="4663440"/>
            <a:ext cx="281664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FRA, GER e ITA se mueven en rangos parecidos; ESP queda claramente por detrás.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117840" y="4069080"/>
            <a:ext cx="341274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8117840" y="4069080"/>
            <a:ext cx="3412742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19"/>
          <p:cNvSpPr/>
          <p:nvPr/>
        </p:nvSpPr>
        <p:spPr>
          <a:xfrm>
            <a:off x="8479886" y="4315968"/>
            <a:ext cx="28538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género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473819" y="4663440"/>
            <a:ext cx="2877643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reparto histórico muestra una participación masculina muy superior en los cinco países.</a:t>
            </a:r>
            <a:endParaRPr lang="en-US" sz="1150" dirty="0"/>
          </a:p>
        </p:txBody>
      </p:sp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4346D8F4-3012-C612-ADF1-7B8D294472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6809827"/>
              </p:ext>
            </p:extLst>
          </p:nvPr>
        </p:nvGraphicFramePr>
        <p:xfrm>
          <a:off x="548641" y="1517904"/>
          <a:ext cx="2697480" cy="2199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920C1A75-7FC5-4019-9A5B-34384B1879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7848989"/>
              </p:ext>
            </p:extLst>
          </p:nvPr>
        </p:nvGraphicFramePr>
        <p:xfrm>
          <a:off x="8613648" y="1453896"/>
          <a:ext cx="2916934" cy="226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5BBCE4FA-5ABF-9A68-D420-C50F12BC54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59439688"/>
              </p:ext>
            </p:extLst>
          </p:nvPr>
        </p:nvGraphicFramePr>
        <p:xfrm>
          <a:off x="3576565" y="1453896"/>
          <a:ext cx="4837596" cy="2263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64556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DEPORTES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556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Laia Estopañan Moreno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TOP 10 DEPORTES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11018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10 deportes con más medallas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21792" y="1280160"/>
            <a:ext cx="64008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7"/>
          <p:cNvSpPr/>
          <p:nvPr/>
        </p:nvSpPr>
        <p:spPr>
          <a:xfrm>
            <a:off x="7223760" y="1280160"/>
            <a:ext cx="4370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7223760" y="1280160"/>
            <a:ext cx="64008" cy="1554480"/>
          </a:xfrm>
          <a:prstGeom prst="rect">
            <a:avLst/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7479792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Atletismo y Natación mandan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79792" y="18288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suman más de 2.700 medallas: son casi la mitad del top 10 y están dominados por USA.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223760" y="2953512"/>
            <a:ext cx="4370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223760" y="2953512"/>
            <a:ext cx="64008" cy="1554480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7479792" y="3154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Esgrima, territorio europeo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7479792" y="350215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 y Francia acaparan la barra: es el único deporte del top donde USA queda casi fuera.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223760" y="4626864"/>
            <a:ext cx="437083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6"/>
          <p:cNvSpPr/>
          <p:nvPr/>
        </p:nvSpPr>
        <p:spPr>
          <a:xfrm>
            <a:off x="7223760" y="4626864"/>
            <a:ext cx="64008" cy="1554480"/>
          </a:xfrm>
          <a:prstGeom prst="rect">
            <a:avLst/>
          </a:prstGeom>
          <a:solidFill>
            <a:srgbClr val="2F9E72"/>
          </a:solidFill>
          <a:ln w="12700">
            <a:solidFill>
              <a:srgbClr val="2F9E7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7"/>
          <p:cNvSpPr/>
          <p:nvPr/>
        </p:nvSpPr>
        <p:spPr>
          <a:xfrm>
            <a:off x="7479792" y="48280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país tiene su nicho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479792" y="5175504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 destaca en hípica y remo; ITA en esgrima y waterpolo; ESP solo aparece con peso en baloncesto.</a:t>
            </a:r>
            <a:endParaRPr lang="en-US" sz="1150" dirty="0"/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23658C02-DD75-4B22-B252-1CE434BD79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6153383"/>
              </p:ext>
            </p:extLst>
          </p:nvPr>
        </p:nvGraphicFramePr>
        <p:xfrm>
          <a:off x="686398" y="1374855"/>
          <a:ext cx="6191922" cy="4806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645566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TÉCNICO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955280" y="645566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Laia Estopañan Moreno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3840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DESAFÍO TÉCNICO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417320"/>
            <a:ext cx="5074920" cy="2011680"/>
          </a:xfrm>
          <a:prstGeom prst="rect">
            <a:avLst/>
          </a:prstGeom>
          <a:solidFill>
            <a:srgbClr val="FFF1F1"/>
          </a:solidFill>
          <a:ln w="12700">
            <a:solidFill>
              <a:srgbClr val="F0BDB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68680" y="1627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99339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es una participación, no una medalla. El campo Medal venía con “NA”, así que Excel contaba atletas en lugar de medallas y los totales por país no cuadraban.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" y="3703320"/>
            <a:ext cx="50749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68680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9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96112" y="4279392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auxiliares con condicionales para marcar medalla, oro, plata y bronce.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de participación para separar atletas de medallas.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dinámicas sobre una única tabla estructurada, sumando indicadores en vez de contar filas.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417320"/>
            <a:ext cx="553212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B69338C-14AB-2B34-6D7D-9F396AE98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149" y="1757491"/>
            <a:ext cx="3321221" cy="3683189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C1F08178-C3D9-215A-6EE2-5CDBA0000994}"/>
              </a:ext>
            </a:extLst>
          </p:cNvPr>
          <p:cNvSpPr/>
          <p:nvPr/>
        </p:nvSpPr>
        <p:spPr>
          <a:xfrm>
            <a:off x="594360" y="676656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06501432-D64B-31C9-D071-1741275686D8}"/>
              </a:ext>
            </a:extLst>
          </p:cNvPr>
          <p:cNvSpPr/>
          <p:nvPr/>
        </p:nvSpPr>
        <p:spPr>
          <a:xfrm>
            <a:off x="586587" y="72644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2235"/>
                </a:solidFill>
                <a:latin typeface="Georgia" pitchFamily="34" charset="0"/>
              </a:rPr>
              <a:t>Columnas auxiliares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744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E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074920" y="3017520"/>
            <a:ext cx="2057400" cy="54864"/>
          </a:xfrm>
          <a:prstGeom prst="rect">
            <a:avLst/>
          </a:prstGeom>
          <a:solidFill>
            <a:srgbClr val="F5B400"/>
          </a:solidFill>
          <a:ln w="12700">
            <a:solidFill>
              <a:srgbClr val="F5B4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011680" y="3383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6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medallas olímpicas por país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38404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5C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· USA · FRA · ITA · 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44348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E2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Laia Estopañan Moreno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469</Words>
  <Application>Microsoft Office PowerPoint</Application>
  <PresentationFormat>Widescreen</PresentationFormat>
  <Paragraphs>83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Comparación de medallas olímpicas por país (ESP, USA, FRA, ITA, GER)</dc:title>
  <dc:subject>PptxGenJS Presentation</dc:subject>
  <dc:creator>Laia Estopañan Moreno</dc:creator>
  <cp:lastModifiedBy>Laia Estopañan Moreno</cp:lastModifiedBy>
  <cp:revision>2</cp:revision>
  <dcterms:created xsi:type="dcterms:W3CDTF">2026-09-17T13:43:46Z</dcterms:created>
  <dcterms:modified xsi:type="dcterms:W3CDTF">2026-09-17T14:55:02Z</dcterms:modified>
</cp:coreProperties>
</file>