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7ABFC-5EA4-4C7E-B25C-2FAED970CB51}" v="26" dt="2026-09-30T14:20:59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a Estopañan Moreno" userId="a6de4759-a1cf-4b87-b003-de07c9506c21" providerId="ADAL" clId="{4A91B652-1121-4785-BBE2-3E264CAC6C09}"/>
    <pc:docChg chg="undo redo custSel addSld delSld modSld">
      <pc:chgData name="Laia Estopañan Moreno" userId="a6de4759-a1cf-4b87-b003-de07c9506c21" providerId="ADAL" clId="{4A91B652-1121-4785-BBE2-3E264CAC6C09}" dt="2026-09-30T14:50:18.859" v="664" actId="20577"/>
      <pc:docMkLst>
        <pc:docMk/>
      </pc:docMkLst>
      <pc:sldChg chg="addSp delSp modSp mod">
        <pc:chgData name="Laia Estopañan Moreno" userId="a6de4759-a1cf-4b87-b003-de07c9506c21" providerId="ADAL" clId="{4A91B652-1121-4785-BBE2-3E264CAC6C09}" dt="2026-09-30T14:46:48.882" v="649" actId="20577"/>
        <pc:sldMkLst>
          <pc:docMk/>
          <pc:sldMk cId="0" sldId="256"/>
        </pc:sldMkLst>
        <pc:spChg chg="mod">
          <ac:chgData name="Laia Estopañan Moreno" userId="a6de4759-a1cf-4b87-b003-de07c9506c21" providerId="ADAL" clId="{4A91B652-1121-4785-BBE2-3E264CAC6C09}" dt="2026-09-30T11:38:26.289" v="338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4:46:48.882" v="649" actId="20577"/>
          <ac:spMkLst>
            <pc:docMk/>
            <pc:sldMk cId="0" sldId="256"/>
            <ac:spMk id="13" creationId="{00000000-0000-0000-0000-000000000000}"/>
          </ac:spMkLst>
        </pc:spChg>
        <pc:spChg chg="add del mod ord">
          <ac:chgData name="Laia Estopañan Moreno" userId="a6de4759-a1cf-4b87-b003-de07c9506c21" providerId="ADAL" clId="{4A91B652-1121-4785-BBE2-3E264CAC6C09}" dt="2026-09-30T11:35:19.391" v="319" actId="478"/>
          <ac:spMkLst>
            <pc:docMk/>
            <pc:sldMk cId="0" sldId="256"/>
            <ac:spMk id="18" creationId="{4EE55C88-9771-E543-2613-13511CAE8C39}"/>
          </ac:spMkLst>
        </pc:spChg>
        <pc:graphicFrameChg chg="add del">
          <ac:chgData name="Laia Estopañan Moreno" userId="a6de4759-a1cf-4b87-b003-de07c9506c21" providerId="ADAL" clId="{4A91B652-1121-4785-BBE2-3E264CAC6C09}" dt="2026-09-30T14:41:53.728" v="638" actId="478"/>
          <ac:graphicFrameMkLst>
            <pc:docMk/>
            <pc:sldMk cId="0" sldId="256"/>
            <ac:graphicFrameMk id="24" creationId="{ED60D8EA-DD6D-C599-E9EA-2DEEDD7947C9}"/>
          </ac:graphicFrameMkLst>
        </pc:graphicFrameChg>
        <pc:picChg chg="add del mod">
          <ac:chgData name="Laia Estopañan Moreno" userId="a6de4759-a1cf-4b87-b003-de07c9506c21" providerId="ADAL" clId="{4A91B652-1121-4785-BBE2-3E264CAC6C09}" dt="2026-09-30T11:35:20.505" v="320" actId="478"/>
          <ac:picMkLst>
            <pc:docMk/>
            <pc:sldMk cId="0" sldId="256"/>
            <ac:picMk id="17" creationId="{EFE73ABD-F20A-B361-262F-8ED9DB29212B}"/>
          </ac:picMkLst>
        </pc:picChg>
        <pc:picChg chg="add del">
          <ac:chgData name="Laia Estopañan Moreno" userId="a6de4759-a1cf-4b87-b003-de07c9506c21" providerId="ADAL" clId="{4A91B652-1121-4785-BBE2-3E264CAC6C09}" dt="2026-09-30T11:35:37.015" v="323" actId="478"/>
          <ac:picMkLst>
            <pc:docMk/>
            <pc:sldMk cId="0" sldId="256"/>
            <ac:picMk id="19" creationId="{3DDCEB70-87C8-AF92-8118-B38B228DAB4E}"/>
          </ac:picMkLst>
        </pc:picChg>
        <pc:picChg chg="add del mod">
          <ac:chgData name="Laia Estopañan Moreno" userId="a6de4759-a1cf-4b87-b003-de07c9506c21" providerId="ADAL" clId="{4A91B652-1121-4785-BBE2-3E264CAC6C09}" dt="2026-09-30T11:36:30.242" v="325" actId="478"/>
          <ac:picMkLst>
            <pc:docMk/>
            <pc:sldMk cId="0" sldId="256"/>
            <ac:picMk id="21" creationId="{667FCA1E-EA71-DA19-64ED-EF748C2AFBD0}"/>
          </ac:picMkLst>
        </pc:picChg>
        <pc:picChg chg="add mod">
          <ac:chgData name="Laia Estopañan Moreno" userId="a6de4759-a1cf-4b87-b003-de07c9506c21" providerId="ADAL" clId="{4A91B652-1121-4785-BBE2-3E264CAC6C09}" dt="2026-09-30T11:38:18.484" v="337" actId="1076"/>
          <ac:picMkLst>
            <pc:docMk/>
            <pc:sldMk cId="0" sldId="256"/>
            <ac:picMk id="23" creationId="{5A849316-85D6-9630-8A51-F4A5B69795D6}"/>
          </ac:picMkLst>
        </pc:picChg>
      </pc:sldChg>
      <pc:sldChg chg="modSp mod">
        <pc:chgData name="Laia Estopañan Moreno" userId="a6de4759-a1cf-4b87-b003-de07c9506c21" providerId="ADAL" clId="{4A91B652-1121-4785-BBE2-3E264CAC6C09}" dt="2026-09-30T11:43:28.789" v="506" actId="20577"/>
        <pc:sldMkLst>
          <pc:docMk/>
          <pc:sldMk cId="0" sldId="258"/>
        </pc:sldMkLst>
        <pc:spChg chg="mod">
          <ac:chgData name="Laia Estopañan Moreno" userId="a6de4759-a1cf-4b87-b003-de07c9506c21" providerId="ADAL" clId="{4A91B652-1121-4785-BBE2-3E264CAC6C09}" dt="2026-09-30T11:43:28.789" v="506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Laia Estopañan Moreno" userId="a6de4759-a1cf-4b87-b003-de07c9506c21" providerId="ADAL" clId="{4A91B652-1121-4785-BBE2-3E264CAC6C09}" dt="2026-09-30T11:14:11.300" v="52" actId="20577"/>
        <pc:sldMkLst>
          <pc:docMk/>
          <pc:sldMk cId="0" sldId="259"/>
        </pc:sldMkLst>
        <pc:spChg chg="mod">
          <ac:chgData name="Laia Estopañan Moreno" userId="a6de4759-a1cf-4b87-b003-de07c9506c21" providerId="ADAL" clId="{4A91B652-1121-4785-BBE2-3E264CAC6C09}" dt="2026-09-30T11:14:11.300" v="52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1:08:13.874" v="10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Laia Estopañan Moreno" userId="a6de4759-a1cf-4b87-b003-de07c9506c21" providerId="ADAL" clId="{4A91B652-1121-4785-BBE2-3E264CAC6C09}" dt="2026-09-30T11:14:45.674" v="85" actId="20577"/>
        <pc:sldMkLst>
          <pc:docMk/>
          <pc:sldMk cId="0" sldId="260"/>
        </pc:sldMkLst>
        <pc:spChg chg="mod">
          <ac:chgData name="Laia Estopañan Moreno" userId="a6de4759-a1cf-4b87-b003-de07c9506c21" providerId="ADAL" clId="{4A91B652-1121-4785-BBE2-3E264CAC6C09}" dt="2026-09-30T11:14:45.674" v="85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">
        <pc:chgData name="Laia Estopañan Moreno" userId="a6de4759-a1cf-4b87-b003-de07c9506c21" providerId="ADAL" clId="{4A91B652-1121-4785-BBE2-3E264CAC6C09}" dt="2026-09-30T11:16:29.758" v="102" actId="113"/>
        <pc:sldMkLst>
          <pc:docMk/>
          <pc:sldMk cId="0" sldId="261"/>
        </pc:sldMkLst>
        <pc:spChg chg="add mod">
          <ac:chgData name="Laia Estopañan Moreno" userId="a6de4759-a1cf-4b87-b003-de07c9506c21" providerId="ADAL" clId="{4A91B652-1121-4785-BBE2-3E264CAC6C09}" dt="2026-09-30T11:16:26.614" v="101" actId="113"/>
          <ac:spMkLst>
            <pc:docMk/>
            <pc:sldMk cId="0" sldId="261"/>
            <ac:spMk id="15" creationId="{21EBCB68-2F53-9235-CA24-FCF5BFFEDCA9}"/>
          </ac:spMkLst>
        </pc:spChg>
        <pc:spChg chg="add del">
          <ac:chgData name="Laia Estopañan Moreno" userId="a6de4759-a1cf-4b87-b003-de07c9506c21" providerId="ADAL" clId="{4A91B652-1121-4785-BBE2-3E264CAC6C09}" dt="2026-09-30T11:15:24.623" v="88" actId="22"/>
          <ac:spMkLst>
            <pc:docMk/>
            <pc:sldMk cId="0" sldId="261"/>
            <ac:spMk id="17" creationId="{4A3AA8C7-4C22-15FF-5799-63FDEFACA7DE}"/>
          </ac:spMkLst>
        </pc:spChg>
        <pc:spChg chg="add mod">
          <ac:chgData name="Laia Estopañan Moreno" userId="a6de4759-a1cf-4b87-b003-de07c9506c21" providerId="ADAL" clId="{4A91B652-1121-4785-BBE2-3E264CAC6C09}" dt="2026-09-30T11:16:29.758" v="102" actId="113"/>
          <ac:spMkLst>
            <pc:docMk/>
            <pc:sldMk cId="0" sldId="261"/>
            <ac:spMk id="19" creationId="{D7E38D9F-0ED7-1335-1AE5-9840634314CD}"/>
          </ac:spMkLst>
        </pc:spChg>
      </pc:sldChg>
      <pc:sldChg chg="modSp mod">
        <pc:chgData name="Laia Estopañan Moreno" userId="a6de4759-a1cf-4b87-b003-de07c9506c21" providerId="ADAL" clId="{4A91B652-1121-4785-BBE2-3E264CAC6C09}" dt="2026-09-30T11:16:50.574" v="142" actId="20577"/>
        <pc:sldMkLst>
          <pc:docMk/>
          <pc:sldMk cId="0" sldId="262"/>
        </pc:sldMkLst>
        <pc:spChg chg="mod">
          <ac:chgData name="Laia Estopañan Moreno" userId="a6de4759-a1cf-4b87-b003-de07c9506c21" providerId="ADAL" clId="{4A91B652-1121-4785-BBE2-3E264CAC6C09}" dt="2026-09-30T11:16:50.574" v="142" actId="20577"/>
          <ac:spMkLst>
            <pc:docMk/>
            <pc:sldMk cId="0" sldId="262"/>
            <ac:spMk id="4" creationId="{00000000-0000-0000-0000-000000000000}"/>
          </ac:spMkLst>
        </pc:spChg>
      </pc:sldChg>
      <pc:sldChg chg="addSp modSp mod">
        <pc:chgData name="Laia Estopañan Moreno" userId="a6de4759-a1cf-4b87-b003-de07c9506c21" providerId="ADAL" clId="{4A91B652-1121-4785-BBE2-3E264CAC6C09}" dt="2026-09-30T11:17:40.575" v="178" actId="20577"/>
        <pc:sldMkLst>
          <pc:docMk/>
          <pc:sldMk cId="0" sldId="263"/>
        </pc:sldMkLst>
        <pc:spChg chg="mod">
          <ac:chgData name="Laia Estopañan Moreno" userId="a6de4759-a1cf-4b87-b003-de07c9506c21" providerId="ADAL" clId="{4A91B652-1121-4785-BBE2-3E264CAC6C09}" dt="2026-09-30T11:17:40.575" v="178" actId="20577"/>
          <ac:spMkLst>
            <pc:docMk/>
            <pc:sldMk cId="0" sldId="263"/>
            <ac:spMk id="4" creationId="{00000000-0000-0000-0000-000000000000}"/>
          </ac:spMkLst>
        </pc:spChg>
        <pc:graphicFrameChg chg="add mod">
          <ac:chgData name="Laia Estopañan Moreno" userId="a6de4759-a1cf-4b87-b003-de07c9506c21" providerId="ADAL" clId="{4A91B652-1121-4785-BBE2-3E264CAC6C09}" dt="2026-09-30T11:17:17.311" v="143"/>
          <ac:graphicFrameMkLst>
            <pc:docMk/>
            <pc:sldMk cId="0" sldId="263"/>
            <ac:graphicFrameMk id="15" creationId="{AE2B4364-BE59-A000-FE30-2F10662E3964}"/>
          </ac:graphicFrameMkLst>
        </pc:graphicFrameChg>
      </pc:sldChg>
      <pc:sldChg chg="modSp mod">
        <pc:chgData name="Laia Estopañan Moreno" userId="a6de4759-a1cf-4b87-b003-de07c9506c21" providerId="ADAL" clId="{4A91B652-1121-4785-BBE2-3E264CAC6C09}" dt="2026-09-30T11:17:53.263" v="224" actId="20577"/>
        <pc:sldMkLst>
          <pc:docMk/>
          <pc:sldMk cId="0" sldId="264"/>
        </pc:sldMkLst>
        <pc:spChg chg="mod">
          <ac:chgData name="Laia Estopañan Moreno" userId="a6de4759-a1cf-4b87-b003-de07c9506c21" providerId="ADAL" clId="{4A91B652-1121-4785-BBE2-3E264CAC6C09}" dt="2026-09-30T11:17:53.263" v="224" actId="20577"/>
          <ac:spMkLst>
            <pc:docMk/>
            <pc:sldMk cId="0" sldId="264"/>
            <ac:spMk id="4" creationId="{00000000-0000-0000-0000-000000000000}"/>
          </ac:spMkLst>
        </pc:spChg>
      </pc:sldChg>
      <pc:sldChg chg="addSp delSp modSp mod">
        <pc:chgData name="Laia Estopañan Moreno" userId="a6de4759-a1cf-4b87-b003-de07c9506c21" providerId="ADAL" clId="{4A91B652-1121-4785-BBE2-3E264CAC6C09}" dt="2026-09-30T14:22:25.603" v="630" actId="1076"/>
        <pc:sldMkLst>
          <pc:docMk/>
          <pc:sldMk cId="0" sldId="265"/>
        </pc:sldMkLst>
        <pc:spChg chg="mod">
          <ac:chgData name="Laia Estopañan Moreno" userId="a6de4759-a1cf-4b87-b003-de07c9506c21" providerId="ADAL" clId="{4A91B652-1121-4785-BBE2-3E264CAC6C09}" dt="2026-09-30T11:29:13.346" v="303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4:19:59.608" v="586" actId="1410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4:20:27.556" v="597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4:22:04.058" v="625" actId="403"/>
          <ac:spMkLst>
            <pc:docMk/>
            <pc:sldMk cId="0" sldId="265"/>
            <ac:spMk id="23" creationId="{00000000-0000-0000-0000-000000000000}"/>
          </ac:spMkLst>
        </pc:spChg>
        <pc:spChg chg="add del mod">
          <ac:chgData name="Laia Estopañan Moreno" userId="a6de4759-a1cf-4b87-b003-de07c9506c21" providerId="ADAL" clId="{4A91B652-1121-4785-BBE2-3E264CAC6C09}" dt="2026-09-30T11:44:03.197" v="507" actId="478"/>
          <ac:spMkLst>
            <pc:docMk/>
            <pc:sldMk cId="0" sldId="265"/>
            <ac:spMk id="25" creationId="{76E390A4-14AF-D75D-EA53-9AF4DE320A79}"/>
          </ac:spMkLst>
        </pc:spChg>
        <pc:spChg chg="add mod ord">
          <ac:chgData name="Laia Estopañan Moreno" userId="a6de4759-a1cf-4b87-b003-de07c9506c21" providerId="ADAL" clId="{4A91B652-1121-4785-BBE2-3E264CAC6C09}" dt="2026-09-30T14:22:17.747" v="628" actId="1076"/>
          <ac:spMkLst>
            <pc:docMk/>
            <pc:sldMk cId="0" sldId="265"/>
            <ac:spMk id="30" creationId="{F6143974-9800-A8D3-B508-CD36A601EED5}"/>
          </ac:spMkLst>
        </pc:spChg>
        <pc:spChg chg="add mod">
          <ac:chgData name="Laia Estopañan Moreno" userId="a6de4759-a1cf-4b87-b003-de07c9506c21" providerId="ADAL" clId="{4A91B652-1121-4785-BBE2-3E264CAC6C09}" dt="2026-09-30T14:22:22.516" v="629" actId="1076"/>
          <ac:spMkLst>
            <pc:docMk/>
            <pc:sldMk cId="0" sldId="265"/>
            <ac:spMk id="32" creationId="{CEC255DD-A57C-FFD2-86B5-A3235FE72AA6}"/>
          </ac:spMkLst>
        </pc:spChg>
        <pc:graphicFrameChg chg="mod">
          <ac:chgData name="Laia Estopañan Moreno" userId="a6de4759-a1cf-4b87-b003-de07c9506c21" providerId="ADAL" clId="{4A91B652-1121-4785-BBE2-3E264CAC6C09}" dt="2026-09-30T14:19:57.116" v="585" actId="14100"/>
          <ac:graphicFrameMkLst>
            <pc:docMk/>
            <pc:sldMk cId="0" sldId="265"/>
            <ac:graphicFrameMk id="21" creationId="{00000000-0000-0000-0000-000000000000}"/>
          </ac:graphicFrameMkLst>
        </pc:graphicFrameChg>
        <pc:graphicFrameChg chg="add del">
          <ac:chgData name="Laia Estopañan Moreno" userId="a6de4759-a1cf-4b87-b003-de07c9506c21" providerId="ADAL" clId="{4A91B652-1121-4785-BBE2-3E264CAC6C09}" dt="2026-09-30T11:24:13.570" v="284" actId="478"/>
          <ac:graphicFrameMkLst>
            <pc:docMk/>
            <pc:sldMk cId="0" sldId="265"/>
            <ac:graphicFrameMk id="26" creationId="{814F6377-5915-275C-10F1-EE722AE52435}"/>
          </ac:graphicFrameMkLst>
        </pc:graphicFrameChg>
        <pc:picChg chg="add mod">
          <ac:chgData name="Laia Estopañan Moreno" userId="a6de4759-a1cf-4b87-b003-de07c9506c21" providerId="ADAL" clId="{4A91B652-1121-4785-BBE2-3E264CAC6C09}" dt="2026-09-30T14:22:25.603" v="630" actId="1076"/>
          <ac:picMkLst>
            <pc:docMk/>
            <pc:sldMk cId="0" sldId="265"/>
            <ac:picMk id="28" creationId="{CDAB8D2F-9E85-4A3A-BEC3-722D4E0BD44E}"/>
          </ac:picMkLst>
        </pc:picChg>
      </pc:sldChg>
      <pc:sldChg chg="delSp modSp mod">
        <pc:chgData name="Laia Estopañan Moreno" userId="a6de4759-a1cf-4b87-b003-de07c9506c21" providerId="ADAL" clId="{4A91B652-1121-4785-BBE2-3E264CAC6C09}" dt="2026-09-30T14:49:46.122" v="660" actId="20577"/>
        <pc:sldMkLst>
          <pc:docMk/>
          <pc:sldMk cId="0" sldId="266"/>
        </pc:sldMkLst>
        <pc:spChg chg="mod">
          <ac:chgData name="Laia Estopañan Moreno" userId="a6de4759-a1cf-4b87-b003-de07c9506c21" providerId="ADAL" clId="{4A91B652-1121-4785-BBE2-3E264CAC6C09}" dt="2026-09-30T14:22:39.768" v="636" actId="403"/>
          <ac:spMkLst>
            <pc:docMk/>
            <pc:sldMk cId="0" sldId="266"/>
            <ac:spMk id="3" creationId="{00000000-0000-0000-0000-000000000000}"/>
          </ac:spMkLst>
        </pc:spChg>
        <pc:spChg chg="del">
          <ac:chgData name="Laia Estopañan Moreno" userId="a6de4759-a1cf-4b87-b003-de07c9506c21" providerId="ADAL" clId="{4A91B652-1121-4785-BBE2-3E264CAC6C09}" dt="2026-09-30T14:22:35.756" v="631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4:49:29.715" v="652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30T14:49:46.122" v="660" actId="20577"/>
          <ac:spMkLst>
            <pc:docMk/>
            <pc:sldMk cId="0" sldId="266"/>
            <ac:spMk id="21" creationId="{00000000-0000-0000-0000-000000000000}"/>
          </ac:spMkLst>
        </pc:spChg>
      </pc:sldChg>
      <pc:sldChg chg="delSp modSp mod">
        <pc:chgData name="Laia Estopañan Moreno" userId="a6de4759-a1cf-4b87-b003-de07c9506c21" providerId="ADAL" clId="{4A91B652-1121-4785-BBE2-3E264CAC6C09}" dt="2026-09-30T14:50:18.859" v="664" actId="20577"/>
        <pc:sldMkLst>
          <pc:docMk/>
          <pc:sldMk cId="0" sldId="267"/>
        </pc:sldMkLst>
        <pc:spChg chg="mod">
          <ac:chgData name="Laia Estopañan Moreno" userId="a6de4759-a1cf-4b87-b003-de07c9506c21" providerId="ADAL" clId="{4A91B652-1121-4785-BBE2-3E264CAC6C09}" dt="2026-09-30T14:50:18.859" v="664" actId="20577"/>
          <ac:spMkLst>
            <pc:docMk/>
            <pc:sldMk cId="0" sldId="267"/>
            <ac:spMk id="4" creationId="{00000000-0000-0000-0000-000000000000}"/>
          </ac:spMkLst>
        </pc:spChg>
        <pc:spChg chg="del">
          <ac:chgData name="Laia Estopañan Moreno" userId="a6de4759-a1cf-4b87-b003-de07c9506c21" providerId="ADAL" clId="{4A91B652-1121-4785-BBE2-3E264CAC6C09}" dt="2026-09-30T11:25:37.270" v="292" actId="478"/>
          <ac:spMkLst>
            <pc:docMk/>
            <pc:sldMk cId="0" sldId="267"/>
            <ac:spMk id="7" creationId="{00000000-0000-0000-0000-000000000000}"/>
          </ac:spMkLst>
        </pc:spChg>
      </pc:sldChg>
      <pc:sldChg chg="addSp delSp modSp add del mod setBg">
        <pc:chgData name="Laia Estopañan Moreno" userId="a6de4759-a1cf-4b87-b003-de07c9506c21" providerId="ADAL" clId="{4A91B652-1121-4785-BBE2-3E264CAC6C09}" dt="2026-09-30T14:22:10.015" v="626" actId="2696"/>
        <pc:sldMkLst>
          <pc:docMk/>
          <pc:sldMk cId="0" sldId="268"/>
        </pc:sldMkLst>
        <pc:spChg chg="mod">
          <ac:chgData name="Laia Estopañan Moreno" userId="a6de4759-a1cf-4b87-b003-de07c9506c21" providerId="ADAL" clId="{4A91B652-1121-4785-BBE2-3E264CAC6C09}" dt="2026-09-30T11:39:50.067" v="426" actId="20577"/>
          <ac:spMkLst>
            <pc:docMk/>
            <pc:sldMk cId="0" sldId="268"/>
            <ac:spMk id="4" creationId="{00000000-0000-0000-0000-000000000000}"/>
          </ac:spMkLst>
        </pc:spChg>
        <pc:spChg chg="add del mod">
          <ac:chgData name="Laia Estopañan Moreno" userId="a6de4759-a1cf-4b87-b003-de07c9506c21" providerId="ADAL" clId="{4A91B652-1121-4785-BBE2-3E264CAC6C09}" dt="2026-09-30T14:19:20.739" v="583" actId="478"/>
          <ac:spMkLst>
            <pc:docMk/>
            <pc:sldMk cId="0" sldId="268"/>
            <ac:spMk id="5" creationId="{00000000-0000-0000-0000-000000000000}"/>
          </ac:spMkLst>
        </pc:spChg>
        <pc:picChg chg="add del mod">
          <ac:chgData name="Laia Estopañan Moreno" userId="a6de4759-a1cf-4b87-b003-de07c9506c21" providerId="ADAL" clId="{4A91B652-1121-4785-BBE2-3E264CAC6C09}" dt="2026-09-30T14:19:23.371" v="584" actId="14100"/>
          <ac:picMkLst>
            <pc:docMk/>
            <pc:sldMk cId="0" sldId="268"/>
            <ac:picMk id="6" creationId="{00000000-0000-0000-0000-000000000000}"/>
          </ac:picMkLst>
        </pc:picChg>
      </pc:sldChg>
      <pc:sldChg chg="addSp delSp modSp add del mod setBg">
        <pc:chgData name="Laia Estopañan Moreno" userId="a6de4759-a1cf-4b87-b003-de07c9506c21" providerId="ADAL" clId="{4A91B652-1121-4785-BBE2-3E264CAC6C09}" dt="2026-09-30T14:01:58.329" v="549"/>
        <pc:sldMkLst>
          <pc:docMk/>
          <pc:sldMk cId="0" sldId="269"/>
        </pc:sldMkLst>
        <pc:spChg chg="add del">
          <ac:chgData name="Laia Estopañan Moreno" userId="a6de4759-a1cf-4b87-b003-de07c9506c21" providerId="ADAL" clId="{4A91B652-1121-4785-BBE2-3E264CAC6C09}" dt="2026-09-30T14:01:57.984" v="548" actId="478"/>
          <ac:spMkLst>
            <pc:docMk/>
            <pc:sldMk cId="0" sldId="269"/>
            <ac:spMk id="45" creationId="{00000000-0000-0000-0000-000000000000}"/>
          </ac:spMkLst>
        </pc:spChg>
        <pc:spChg chg="add del mod">
          <ac:chgData name="Laia Estopañan Moreno" userId="a6de4759-a1cf-4b87-b003-de07c9506c21" providerId="ADAL" clId="{4A91B652-1121-4785-BBE2-3E264CAC6C09}" dt="2026-09-30T14:01:57.594" v="547" actId="20577"/>
          <ac:spMkLst>
            <pc:docMk/>
            <pc:sldMk cId="0" sldId="269"/>
            <ac:spMk id="51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30T14:01:57.100" v="545" actId="478"/>
          <ac:spMkLst>
            <pc:docMk/>
            <pc:sldMk cId="0" sldId="269"/>
            <ac:spMk id="57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30T14:01:56.919" v="544" actId="478"/>
          <ac:spMkLst>
            <pc:docMk/>
            <pc:sldMk cId="0" sldId="269"/>
            <ac:spMk id="63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30T14:01:56.687" v="543" actId="478"/>
          <ac:spMkLst>
            <pc:docMk/>
            <pc:sldMk cId="0" sldId="269"/>
            <ac:spMk id="69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30T14:01:56.361" v="542" actId="478"/>
          <ac:spMkLst>
            <pc:docMk/>
            <pc:sldMk cId="0" sldId="269"/>
            <ac:spMk id="75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30T14:01:55.968" v="541" actId="478"/>
          <ac:spMkLst>
            <pc:docMk/>
            <pc:sldMk cId="0" sldId="269"/>
            <ac:spMk id="8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E3C1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0B-4AB3-B75D-29504854B3B9}"/>
              </c:ext>
            </c:extLst>
          </c:dPt>
          <c:dPt>
            <c:idx val="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0B-4AB3-B75D-29504854B3B9}"/>
              </c:ext>
            </c:extLst>
          </c:dPt>
          <c:dPt>
            <c:idx val="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0B-4AB3-B75D-29504854B3B9}"/>
              </c:ext>
            </c:extLst>
          </c:dPt>
          <c:dPt>
            <c:idx val="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0B-4AB3-B75D-29504854B3B9}"/>
              </c:ext>
            </c:extLst>
          </c:dPt>
          <c:dPt>
            <c:idx val="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0B-4AB3-B75D-29504854B3B9}"/>
              </c:ext>
            </c:extLst>
          </c:dPt>
          <c:dPt>
            <c:idx val="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40B-4AB3-B75D-29504854B3B9}"/>
              </c:ext>
            </c:extLst>
          </c:dPt>
          <c:dPt>
            <c:idx val="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40B-4AB3-B75D-29504854B3B9}"/>
              </c:ext>
            </c:extLst>
          </c:dPt>
          <c:dPt>
            <c:idx val="7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40B-4AB3-B75D-29504854B3B9}"/>
              </c:ext>
            </c:extLst>
          </c:dPt>
          <c:dPt>
            <c:idx val="8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40B-4AB3-B75D-29504854B3B9}"/>
              </c:ext>
            </c:extLst>
          </c:dPt>
          <c:dPt>
            <c:idx val="9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40B-4AB3-B75D-29504854B3B9}"/>
              </c:ext>
            </c:extLst>
          </c:dPt>
          <c:dPt>
            <c:idx val="10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40B-4AB3-B75D-29504854B3B9}"/>
              </c:ext>
            </c:extLst>
          </c:dPt>
          <c:dPt>
            <c:idx val="1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40B-4AB3-B75D-29504854B3B9}"/>
              </c:ext>
            </c:extLst>
          </c:dPt>
          <c:dPt>
            <c:idx val="1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540B-4AB3-B75D-29504854B3B9}"/>
              </c:ext>
            </c:extLst>
          </c:dPt>
          <c:dPt>
            <c:idx val="1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540B-4AB3-B75D-29504854B3B9}"/>
              </c:ext>
            </c:extLst>
          </c:dPt>
          <c:dPt>
            <c:idx val="1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540B-4AB3-B75D-29504854B3B9}"/>
              </c:ext>
            </c:extLst>
          </c:dPt>
          <c:dPt>
            <c:idx val="1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540B-4AB3-B75D-29504854B3B9}"/>
              </c:ext>
            </c:extLst>
          </c:dPt>
          <c:dPt>
            <c:idx val="1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540B-4AB3-B75D-29504854B3B9}"/>
              </c:ext>
            </c:extLst>
          </c:dPt>
          <c:dPt>
            <c:idx val="17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540B-4AB3-B75D-29504854B3B9}"/>
              </c:ext>
            </c:extLst>
          </c:dPt>
          <c:dPt>
            <c:idx val="18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540B-4AB3-B75D-29504854B3B9}"/>
              </c:ext>
            </c:extLst>
          </c:dPt>
          <c:dPt>
            <c:idx val="19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540B-4AB3-B75D-29504854B3B9}"/>
              </c:ext>
            </c:extLst>
          </c:dPt>
          <c:dPt>
            <c:idx val="20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540B-4AB3-B75D-29504854B3B9}"/>
              </c:ext>
            </c:extLst>
          </c:dPt>
          <c:dPt>
            <c:idx val="2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540B-4AB3-B75D-29504854B3B9}"/>
              </c:ext>
            </c:extLst>
          </c:dPt>
          <c:dPt>
            <c:idx val="2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540B-4AB3-B75D-29504854B3B9}"/>
              </c:ext>
            </c:extLst>
          </c:dPt>
          <c:dPt>
            <c:idx val="2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F-540B-4AB3-B75D-29504854B3B9}"/>
              </c:ext>
            </c:extLst>
          </c:dPt>
          <c:dPt>
            <c:idx val="2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1-540B-4AB3-B75D-29504854B3B9}"/>
              </c:ext>
            </c:extLst>
          </c:dPt>
          <c:dPt>
            <c:idx val="2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3-540B-4AB3-B75D-29504854B3B9}"/>
              </c:ext>
            </c:extLst>
          </c:dPt>
          <c:dPt>
            <c:idx val="2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5-540B-4AB3-B75D-29504854B3B9}"/>
              </c:ext>
            </c:extLst>
          </c:dPt>
          <c:dPt>
            <c:idx val="27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7-540B-4AB3-B75D-29504854B3B9}"/>
              </c:ext>
            </c:extLst>
          </c:dPt>
          <c:dPt>
            <c:idx val="28"/>
            <c:invertIfNegative val="0"/>
            <c:bubble3D val="0"/>
            <c:spPr>
              <a:solidFill>
                <a:srgbClr val="8C7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9-540B-4AB3-B75D-29504854B3B9}"/>
              </c:ext>
            </c:extLst>
          </c:dPt>
          <c:dPt>
            <c:idx val="29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B-540B-4AB3-B75D-29504854B3B9}"/>
              </c:ext>
            </c:extLst>
          </c:dPt>
          <c:dPt>
            <c:idx val="30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D-540B-4AB3-B75D-29504854B3B9}"/>
              </c:ext>
            </c:extLst>
          </c:dPt>
          <c:dPt>
            <c:idx val="3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F-540B-4AB3-B75D-29504854B3B9}"/>
              </c:ext>
            </c:extLst>
          </c:dPt>
          <c:dPt>
            <c:idx val="3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41-540B-4AB3-B75D-29504854B3B9}"/>
              </c:ext>
            </c:extLst>
          </c:dPt>
          <c:dPt>
            <c:idx val="3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43-540B-4AB3-B75D-29504854B3B9}"/>
              </c:ext>
            </c:extLst>
          </c:dPt>
          <c:dPt>
            <c:idx val="3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45-540B-4AB3-B75D-29504854B3B9}"/>
              </c:ext>
            </c:extLst>
          </c:dPt>
          <c:dPt>
            <c:idx val="3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47-540B-4AB3-B75D-29504854B3B9}"/>
              </c:ext>
            </c:extLst>
          </c:dPt>
          <c:dPt>
            <c:idx val="3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49-540B-4AB3-B75D-29504854B3B9}"/>
              </c:ext>
            </c:extLst>
          </c:dPt>
          <c:cat>
            <c:strRef>
              <c:f>Sheet1!$A$2:$A$38</c:f>
              <c:strCache>
                <c:ptCount val="37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11.4</c:v>
                </c:pt>
                <c:pt idx="1">
                  <c:v>35.799999999999997</c:v>
                </c:pt>
                <c:pt idx="2">
                  <c:v>28.9</c:v>
                </c:pt>
                <c:pt idx="3">
                  <c:v>16.8</c:v>
                </c:pt>
                <c:pt idx="4">
                  <c:v>50.4</c:v>
                </c:pt>
                <c:pt idx="5">
                  <c:v>53.9</c:v>
                </c:pt>
                <c:pt idx="6">
                  <c:v>37.1</c:v>
                </c:pt>
                <c:pt idx="7">
                  <c:v>21.7</c:v>
                </c:pt>
                <c:pt idx="8">
                  <c:v>47.2</c:v>
                </c:pt>
                <c:pt idx="9">
                  <c:v>73.5</c:v>
                </c:pt>
                <c:pt idx="10">
                  <c:v>49.4</c:v>
                </c:pt>
                <c:pt idx="11">
                  <c:v>32.200000000000003</c:v>
                </c:pt>
                <c:pt idx="12">
                  <c:v>76.2</c:v>
                </c:pt>
                <c:pt idx="13">
                  <c:v>46</c:v>
                </c:pt>
                <c:pt idx="14">
                  <c:v>79.2</c:v>
                </c:pt>
                <c:pt idx="15">
                  <c:v>88.1</c:v>
                </c:pt>
                <c:pt idx="16">
                  <c:v>199.2</c:v>
                </c:pt>
                <c:pt idx="17">
                  <c:v>201</c:v>
                </c:pt>
                <c:pt idx="18">
                  <c:v>256.39999999999998</c:v>
                </c:pt>
                <c:pt idx="19">
                  <c:v>251.2</c:v>
                </c:pt>
                <c:pt idx="20">
                  <c:v>201.6</c:v>
                </c:pt>
                <c:pt idx="21">
                  <c:v>331.5</c:v>
                </c:pt>
                <c:pt idx="22">
                  <c:v>395.5</c:v>
                </c:pt>
                <c:pt idx="23">
                  <c:v>357.8</c:v>
                </c:pt>
                <c:pt idx="24">
                  <c:v>419.1</c:v>
                </c:pt>
                <c:pt idx="25">
                  <c:v>458.3</c:v>
                </c:pt>
                <c:pt idx="26">
                  <c:v>518.20000000000005</c:v>
                </c:pt>
                <c:pt idx="27">
                  <c:v>605.4</c:v>
                </c:pt>
                <c:pt idx="28">
                  <c:v>671.8</c:v>
                </c:pt>
                <c:pt idx="29">
                  <c:v>658.9</c:v>
                </c:pt>
                <c:pt idx="30">
                  <c:v>590.6</c:v>
                </c:pt>
                <c:pt idx="31">
                  <c:v>507.8</c:v>
                </c:pt>
                <c:pt idx="32">
                  <c:v>355.8</c:v>
                </c:pt>
                <c:pt idx="33">
                  <c:v>361.2</c:v>
                </c:pt>
                <c:pt idx="34">
                  <c:v>331.5</c:v>
                </c:pt>
                <c:pt idx="35">
                  <c:v>268.10000000000002</c:v>
                </c:pt>
                <c:pt idx="36">
                  <c:v>130.1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A-540B-4AB3-B75D-29504854B3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8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E3C1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DB-42E4-BB3A-E9E9DBE0D4E6}"/>
              </c:ext>
            </c:extLst>
          </c:dPt>
          <c:dPt>
            <c:idx val="1"/>
            <c:invertIfNegative val="0"/>
            <c:bubble3D val="0"/>
            <c:spPr>
              <a:solidFill>
                <a:srgbClr val="C9A8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DB-42E4-BB3A-E9E9DBE0D4E6}"/>
              </c:ext>
            </c:extLst>
          </c:dPt>
          <c:dPt>
            <c:idx val="2"/>
            <c:invertIfNegative val="0"/>
            <c:bubble3D val="0"/>
            <c:spPr>
              <a:solidFill>
                <a:srgbClr val="A68A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DB-42E4-BB3A-E9E9DBE0D4E6}"/>
              </c:ext>
            </c:extLst>
          </c:dPt>
          <c:dPt>
            <c:idx val="3"/>
            <c:invertIfNegative val="0"/>
            <c:bubble3D val="0"/>
            <c:spPr>
              <a:solidFill>
                <a:srgbClr val="7F6A1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DB-42E4-BB3A-E9E9DBE0D4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Norteamérica</c:v>
                </c:pt>
                <c:pt idx="1">
                  <c:v>Europa</c:v>
                </c:pt>
                <c:pt idx="2">
                  <c:v>Japón</c:v>
                </c:pt>
                <c:pt idx="3">
                  <c:v>Otras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4341.7</c:v>
                </c:pt>
                <c:pt idx="1">
                  <c:v>2399.6999999999998</c:v>
                </c:pt>
                <c:pt idx="2">
                  <c:v>1290.7</c:v>
                </c:pt>
                <c:pt idx="3">
                  <c:v>782.6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9DB-42E4-BB3A-E9E9DBE0D4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E3C1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80-446F-980B-DA40253ECEAC}"/>
              </c:ext>
            </c:extLst>
          </c:dPt>
          <c:dPt>
            <c:idx val="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80-446F-980B-DA40253ECEAC}"/>
              </c:ext>
            </c:extLst>
          </c:dPt>
          <c:dPt>
            <c:idx val="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80-446F-980B-DA40253ECEAC}"/>
              </c:ext>
            </c:extLst>
          </c:dPt>
          <c:dPt>
            <c:idx val="3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80-446F-980B-DA40253ECEAC}"/>
              </c:ext>
            </c:extLst>
          </c:dPt>
          <c:dPt>
            <c:idx val="4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A80-446F-980B-DA40253ECEAC}"/>
              </c:ext>
            </c:extLst>
          </c:dPt>
          <c:dPt>
            <c:idx val="5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A80-446F-980B-DA40253ECEAC}"/>
              </c:ext>
            </c:extLst>
          </c:dPt>
          <c:dPt>
            <c:idx val="6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A80-446F-980B-DA40253ECEAC}"/>
              </c:ext>
            </c:extLst>
          </c:dPt>
          <c:dPt>
            <c:idx val="7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A80-446F-980B-DA40253ECEAC}"/>
              </c:ext>
            </c:extLst>
          </c:dPt>
          <c:dPt>
            <c:idx val="8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A80-446F-980B-DA40253ECEAC}"/>
              </c:ext>
            </c:extLst>
          </c:dPt>
          <c:dPt>
            <c:idx val="9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A80-446F-980B-DA40253ECEAC}"/>
              </c:ext>
            </c:extLst>
          </c:dPt>
          <c:dPt>
            <c:idx val="10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CA80-446F-980B-DA40253ECEAC}"/>
              </c:ext>
            </c:extLst>
          </c:dPt>
          <c:dPt>
            <c:idx val="11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CA80-446F-980B-DA40253ECE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  <c:pt idx="5">
                  <c:v>Misc</c:v>
                </c:pt>
                <c:pt idx="6">
                  <c:v>Racing</c:v>
                </c:pt>
                <c:pt idx="7">
                  <c:v>Fighting</c:v>
                </c:pt>
                <c:pt idx="8">
                  <c:v>Simulation</c:v>
                </c:pt>
                <c:pt idx="9">
                  <c:v>Puzzle</c:v>
                </c:pt>
                <c:pt idx="10">
                  <c:v>Adventure</c:v>
                </c:pt>
                <c:pt idx="11">
                  <c:v>Strategy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1717.6</c:v>
                </c:pt>
                <c:pt idx="1">
                  <c:v>1310.4000000000001</c:v>
                </c:pt>
                <c:pt idx="2">
                  <c:v>1041.8</c:v>
                </c:pt>
                <c:pt idx="3">
                  <c:v>930.9</c:v>
                </c:pt>
                <c:pt idx="4">
                  <c:v>825.9</c:v>
                </c:pt>
                <c:pt idx="5">
                  <c:v>790.9</c:v>
                </c:pt>
                <c:pt idx="6">
                  <c:v>723.7</c:v>
                </c:pt>
                <c:pt idx="7">
                  <c:v>442.6</c:v>
                </c:pt>
                <c:pt idx="8">
                  <c:v>388.4</c:v>
                </c:pt>
                <c:pt idx="9">
                  <c:v>240.3</c:v>
                </c:pt>
                <c:pt idx="10">
                  <c:v>233.5</c:v>
                </c:pt>
                <c:pt idx="11">
                  <c:v>172.8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CA80-446F-980B-DA40253ECE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</c:v>
                </c:pt>
              </c:strCache>
            </c:strRef>
          </c:tx>
          <c:spPr>
            <a:solidFill>
              <a:srgbClr val="8C73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C7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61-40BC-9A1B-B5F459298EAE}"/>
              </c:ext>
            </c:extLst>
          </c:dPt>
          <c:dPt>
            <c:idx val="1"/>
            <c:invertIfNegative val="0"/>
            <c:bubble3D val="0"/>
            <c:spPr>
              <a:solidFill>
                <a:srgbClr val="8C7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61-40BC-9A1B-B5F459298EAE}"/>
              </c:ext>
            </c:extLst>
          </c:dPt>
          <c:dPt>
            <c:idx val="2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61-40BC-9A1B-B5F459298EAE}"/>
              </c:ext>
            </c:extLst>
          </c:dPt>
          <c:dPt>
            <c:idx val="3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61-40BC-9A1B-B5F459298EAE}"/>
              </c:ext>
            </c:extLst>
          </c:dPt>
          <c:dPt>
            <c:idx val="4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61-40BC-9A1B-B5F459298EAE}"/>
              </c:ext>
            </c:extLst>
          </c:dPt>
          <c:dPt>
            <c:idx val="5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B61-40BC-9A1B-B5F459298EAE}"/>
              </c:ext>
            </c:extLst>
          </c:dPt>
          <c:dPt>
            <c:idx val="6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B61-40BC-9A1B-B5F459298EAE}"/>
              </c:ext>
            </c:extLst>
          </c:dPt>
          <c:dPt>
            <c:idx val="7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B61-40BC-9A1B-B5F459298EAE}"/>
              </c:ext>
            </c:extLst>
          </c:dPt>
          <c:dPt>
            <c:idx val="8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B61-40BC-9A1B-B5F459298EAE}"/>
              </c:ext>
            </c:extLst>
          </c:dPt>
          <c:dPt>
            <c:idx val="9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B61-40BC-9A1B-B5F459298EAE}"/>
              </c:ext>
            </c:extLst>
          </c:dPt>
          <c:dPt>
            <c:idx val="10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CB61-40BC-9A1B-B5F459298EAE}"/>
              </c:ext>
            </c:extLst>
          </c:dPt>
          <c:dPt>
            <c:idx val="11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CB61-40BC-9A1B-B5F459298EA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Platform</c:v>
                </c:pt>
                <c:pt idx="1">
                  <c:v>Shooter</c:v>
                </c:pt>
                <c:pt idx="2">
                  <c:v>Role-Playing</c:v>
                </c:pt>
                <c:pt idx="3">
                  <c:v>Racing</c:v>
                </c:pt>
                <c:pt idx="4">
                  <c:v>Sports</c:v>
                </c:pt>
                <c:pt idx="5">
                  <c:v>Fighting</c:v>
                </c:pt>
                <c:pt idx="6">
                  <c:v>Action</c:v>
                </c:pt>
                <c:pt idx="7">
                  <c:v>Misc</c:v>
                </c:pt>
                <c:pt idx="8">
                  <c:v>Simulation</c:v>
                </c:pt>
                <c:pt idx="9">
                  <c:v>Puzzle</c:v>
                </c:pt>
                <c:pt idx="10">
                  <c:v>Strategy</c:v>
                </c:pt>
                <c:pt idx="11">
                  <c:v>Adventure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0.94</c:v>
                </c:pt>
                <c:pt idx="1">
                  <c:v>0.8</c:v>
                </c:pt>
                <c:pt idx="2">
                  <c:v>0.63</c:v>
                </c:pt>
                <c:pt idx="3">
                  <c:v>0.59</c:v>
                </c:pt>
                <c:pt idx="4">
                  <c:v>0.56999999999999995</c:v>
                </c:pt>
                <c:pt idx="5">
                  <c:v>0.53</c:v>
                </c:pt>
                <c:pt idx="6">
                  <c:v>0.52</c:v>
                </c:pt>
                <c:pt idx="7">
                  <c:v>0.46</c:v>
                </c:pt>
                <c:pt idx="8">
                  <c:v>0.45</c:v>
                </c:pt>
                <c:pt idx="9">
                  <c:v>0.42</c:v>
                </c:pt>
                <c:pt idx="10">
                  <c:v>0.26</c:v>
                </c:pt>
                <c:pt idx="1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CB61-40BC-9A1B-B5F459298E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8C73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EF-42F1-8A6A-BE776B984942}"/>
              </c:ext>
            </c:extLst>
          </c:dPt>
          <c:dPt>
            <c:idx val="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EF-42F1-8A6A-BE776B984942}"/>
              </c:ext>
            </c:extLst>
          </c:dPt>
          <c:dPt>
            <c:idx val="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EF-42F1-8A6A-BE776B984942}"/>
              </c:ext>
            </c:extLst>
          </c:dPt>
          <c:dPt>
            <c:idx val="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EF-42F1-8A6A-BE776B984942}"/>
              </c:ext>
            </c:extLst>
          </c:dPt>
          <c:dPt>
            <c:idx val="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CEF-42F1-8A6A-BE776B984942}"/>
              </c:ext>
            </c:extLst>
          </c:dPt>
          <c:dPt>
            <c:idx val="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CEF-42F1-8A6A-BE776B984942}"/>
              </c:ext>
            </c:extLst>
          </c:dPt>
          <c:dPt>
            <c:idx val="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CEF-42F1-8A6A-BE776B984942}"/>
              </c:ext>
            </c:extLst>
          </c:dPt>
          <c:dPt>
            <c:idx val="7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CEF-42F1-8A6A-BE776B984942}"/>
              </c:ext>
            </c:extLst>
          </c:dPt>
          <c:dPt>
            <c:idx val="8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CEF-42F1-8A6A-BE776B984942}"/>
              </c:ext>
            </c:extLst>
          </c:dPt>
          <c:dPt>
            <c:idx val="9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CEF-42F1-8A6A-BE776B9849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PS2</c:v>
                </c:pt>
                <c:pt idx="1">
                  <c:v>X360</c:v>
                </c:pt>
                <c:pt idx="2">
                  <c:v>PS3</c:v>
                </c:pt>
                <c:pt idx="3">
                  <c:v>Wii</c:v>
                </c:pt>
                <c:pt idx="4">
                  <c:v>DS</c:v>
                </c:pt>
                <c:pt idx="5">
                  <c:v>PS</c:v>
                </c:pt>
                <c:pt idx="6">
                  <c:v>PS4</c:v>
                </c:pt>
                <c:pt idx="7">
                  <c:v>GBA</c:v>
                </c:pt>
                <c:pt idx="8">
                  <c:v>PSP</c:v>
                </c:pt>
                <c:pt idx="9">
                  <c:v>3DS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1233.5</c:v>
                </c:pt>
                <c:pt idx="1">
                  <c:v>961.4</c:v>
                </c:pt>
                <c:pt idx="2">
                  <c:v>931.1</c:v>
                </c:pt>
                <c:pt idx="3">
                  <c:v>891.7</c:v>
                </c:pt>
                <c:pt idx="4">
                  <c:v>803.7</c:v>
                </c:pt>
                <c:pt idx="5">
                  <c:v>727.4</c:v>
                </c:pt>
                <c:pt idx="6">
                  <c:v>314.2</c:v>
                </c:pt>
                <c:pt idx="7">
                  <c:v>313.60000000000002</c:v>
                </c:pt>
                <c:pt idx="8">
                  <c:v>289.8</c:v>
                </c:pt>
                <c:pt idx="9">
                  <c:v>257.89999999999998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CEF-42F1-8A6A-BE776B9849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8C73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C7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5DC-4BF1-A82E-0F5B93504940}"/>
              </c:ext>
            </c:extLst>
          </c:dPt>
          <c:dPt>
            <c:idx val="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DC-4BF1-A82E-0F5B93504940}"/>
              </c:ext>
            </c:extLst>
          </c:dPt>
          <c:dPt>
            <c:idx val="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DC-4BF1-A82E-0F5B93504940}"/>
              </c:ext>
            </c:extLst>
          </c:dPt>
          <c:dPt>
            <c:idx val="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DC-4BF1-A82E-0F5B93504940}"/>
              </c:ext>
            </c:extLst>
          </c:dPt>
          <c:dPt>
            <c:idx val="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5DC-4BF1-A82E-0F5B93504940}"/>
              </c:ext>
            </c:extLst>
          </c:dPt>
          <c:dPt>
            <c:idx val="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5DC-4BF1-A82E-0F5B93504940}"/>
              </c:ext>
            </c:extLst>
          </c:dPt>
          <c:dPt>
            <c:idx val="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5DC-4BF1-A82E-0F5B93504940}"/>
              </c:ext>
            </c:extLst>
          </c:dPt>
          <c:dPt>
            <c:idx val="7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5DC-4BF1-A82E-0F5B93504940}"/>
              </c:ext>
            </c:extLst>
          </c:dPt>
          <c:dPt>
            <c:idx val="8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5DC-4BF1-A82E-0F5B93504940}"/>
              </c:ext>
            </c:extLst>
          </c:dPt>
          <c:dPt>
            <c:idx val="9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5DC-4BF1-A82E-0F5B935049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Nintendo</c:v>
                </c:pt>
                <c:pt idx="1">
                  <c:v>Electronic Arts</c:v>
                </c:pt>
                <c:pt idx="2">
                  <c:v>Activision</c:v>
                </c:pt>
                <c:pt idx="3">
                  <c:v>Sony CE</c:v>
                </c:pt>
                <c:pt idx="4">
                  <c:v>Ubisoft</c:v>
                </c:pt>
                <c:pt idx="5">
                  <c:v>Take-Two</c:v>
                </c:pt>
                <c:pt idx="6">
                  <c:v>THQ</c:v>
                </c:pt>
                <c:pt idx="7">
                  <c:v>Konami</c:v>
                </c:pt>
                <c:pt idx="8">
                  <c:v>Sega</c:v>
                </c:pt>
                <c:pt idx="9">
                  <c:v>Namco Bandai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1786.7</c:v>
                </c:pt>
                <c:pt idx="1">
                  <c:v>1100</c:v>
                </c:pt>
                <c:pt idx="2">
                  <c:v>725.1</c:v>
                </c:pt>
                <c:pt idx="3">
                  <c:v>606.29999999999995</c:v>
                </c:pt>
                <c:pt idx="4">
                  <c:v>470.4</c:v>
                </c:pt>
                <c:pt idx="5">
                  <c:v>403.6</c:v>
                </c:pt>
                <c:pt idx="6">
                  <c:v>338.1</c:v>
                </c:pt>
                <c:pt idx="7">
                  <c:v>277.39999999999998</c:v>
                </c:pt>
                <c:pt idx="8">
                  <c:v>268.10000000000002</c:v>
                </c:pt>
                <c:pt idx="9">
                  <c:v>254.2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5DC-4BF1-A82E-0F5B935049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8C73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C7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FE-46C4-B66D-D58FF8830A2F}"/>
              </c:ext>
            </c:extLst>
          </c:dPt>
          <c:dPt>
            <c:idx val="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FE-46C4-B66D-D58FF8830A2F}"/>
              </c:ext>
            </c:extLst>
          </c:dPt>
          <c:dPt>
            <c:idx val="2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FE-46C4-B66D-D58FF8830A2F}"/>
              </c:ext>
            </c:extLst>
          </c:dPt>
          <c:dPt>
            <c:idx val="3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FE-46C4-B66D-D58FF8830A2F}"/>
              </c:ext>
            </c:extLst>
          </c:dPt>
          <c:dPt>
            <c:idx val="4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FE-46C4-B66D-D58FF8830A2F}"/>
              </c:ext>
            </c:extLst>
          </c:dPt>
          <c:dPt>
            <c:idx val="5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BFE-46C4-B66D-D58FF8830A2F}"/>
              </c:ext>
            </c:extLst>
          </c:dPt>
          <c:dPt>
            <c:idx val="6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BFE-46C4-B66D-D58FF8830A2F}"/>
              </c:ext>
            </c:extLst>
          </c:dPt>
          <c:dPt>
            <c:idx val="7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BFE-46C4-B66D-D58FF8830A2F}"/>
              </c:ext>
            </c:extLst>
          </c:dPt>
          <c:dPt>
            <c:idx val="8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BFE-46C4-B66D-D58FF8830A2F}"/>
              </c:ext>
            </c:extLst>
          </c:dPt>
          <c:dPt>
            <c:idx val="9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BFE-46C4-B66D-D58FF8830A2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Wii Sports</c:v>
                </c:pt>
                <c:pt idx="1">
                  <c:v>Grand Theft Auto V</c:v>
                </c:pt>
                <c:pt idx="2">
                  <c:v>Super Mario Bros.</c:v>
                </c:pt>
                <c:pt idx="3">
                  <c:v>Tetris</c:v>
                </c:pt>
                <c:pt idx="4">
                  <c:v>Mario Kart Wii</c:v>
                </c:pt>
                <c:pt idx="5">
                  <c:v>Wii Sports Resort</c:v>
                </c:pt>
                <c:pt idx="6">
                  <c:v>Pokemon Red/Pokemon Blue</c:v>
                </c:pt>
                <c:pt idx="7">
                  <c:v>Call of Duty: Modern Warfare 3</c:v>
                </c:pt>
                <c:pt idx="8">
                  <c:v>New Super Mario Bros.</c:v>
                </c:pt>
                <c:pt idx="9">
                  <c:v>Call of Duty: Black Ops II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82.5</c:v>
                </c:pt>
                <c:pt idx="1">
                  <c:v>56.6</c:v>
                </c:pt>
                <c:pt idx="2">
                  <c:v>45.3</c:v>
                </c:pt>
                <c:pt idx="3">
                  <c:v>35.799999999999997</c:v>
                </c:pt>
                <c:pt idx="4">
                  <c:v>35.5</c:v>
                </c:pt>
                <c:pt idx="5">
                  <c:v>32.799999999999997</c:v>
                </c:pt>
                <c:pt idx="6">
                  <c:v>31.4</c:v>
                </c:pt>
                <c:pt idx="7">
                  <c:v>30.6</c:v>
                </c:pt>
                <c:pt idx="8">
                  <c:v>29.8</c:v>
                </c:pt>
                <c:pt idx="9">
                  <c:v>29.4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BFE-46C4-B66D-D58FF8830A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8C73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C7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37-4212-8985-467D84F53C43}"/>
              </c:ext>
            </c:extLst>
          </c:dPt>
          <c:dPt>
            <c:idx val="1"/>
            <c:invertIfNegative val="0"/>
            <c:bubble3D val="0"/>
            <c:spPr>
              <a:solidFill>
                <a:srgbClr val="E3C1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37-4212-8985-467D84F53C43}"/>
              </c:ext>
            </c:extLst>
          </c:dPt>
          <c:dPt>
            <c:idx val="2"/>
            <c:invertIfNegative val="0"/>
            <c:bubble3D val="0"/>
            <c:spPr>
              <a:solidFill>
                <a:srgbClr val="D8C4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537-4212-8985-467D84F53C43}"/>
              </c:ext>
            </c:extLst>
          </c:dPt>
          <c:dPt>
            <c:idx val="3"/>
            <c:invertIfNegative val="0"/>
            <c:bubble3D val="0"/>
            <c:spPr>
              <a:solidFill>
                <a:srgbClr val="D8D2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37-4212-8985-467D84F53C4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Excelente (≥80)</c:v>
                </c:pt>
                <c:pt idx="1">
                  <c:v>Buena (70-79)</c:v>
                </c:pt>
                <c:pt idx="2">
                  <c:v>Media (60-69)</c:v>
                </c:pt>
                <c:pt idx="3">
                  <c:v>Baja (&lt;60)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2966.4</c:v>
                </c:pt>
                <c:pt idx="1">
                  <c:v>1393.2</c:v>
                </c:pt>
                <c:pt idx="2">
                  <c:v>668.5</c:v>
                </c:pt>
                <c:pt idx="3">
                  <c:v>507.9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537-4212-8985-467D84F53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6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75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eople.ey.com/personal/laia_estopanan_moreno_es_ey_com/Documents/Desktop/IRONHACK/Dia%2015/Miniproyecto/VideoGames_powerBI.pb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592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680960" y="4023360"/>
            <a:ext cx="384048" cy="1097280"/>
          </a:xfrm>
          <a:prstGeom prst="rect">
            <a:avLst/>
          </a:prstGeom>
          <a:solidFill>
            <a:srgbClr val="E3C12E">
              <a:alpha val="45000"/>
            </a:srgbClr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47888" y="3383280"/>
            <a:ext cx="384048" cy="1737360"/>
          </a:xfrm>
          <a:prstGeom prst="rect">
            <a:avLst/>
          </a:prstGeom>
          <a:solidFill>
            <a:srgbClr val="E3C12E">
              <a:alpha val="45000"/>
            </a:srgbClr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814816" y="3749040"/>
            <a:ext cx="384048" cy="1371600"/>
          </a:xfrm>
          <a:prstGeom prst="rect">
            <a:avLst/>
          </a:prstGeom>
          <a:solidFill>
            <a:srgbClr val="E3C12E">
              <a:alpha val="45000"/>
            </a:srgbClr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381744" y="2743200"/>
            <a:ext cx="384048" cy="2377440"/>
          </a:xfrm>
          <a:prstGeom prst="rect">
            <a:avLst/>
          </a:prstGeom>
          <a:solidFill>
            <a:srgbClr val="E3C12E">
              <a:alpha val="45000"/>
            </a:srgbClr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948672" y="2103120"/>
            <a:ext cx="384048" cy="301752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0515600" y="2560320"/>
            <a:ext cx="384048" cy="2560320"/>
          </a:xfrm>
          <a:prstGeom prst="rect">
            <a:avLst/>
          </a:prstGeom>
          <a:solidFill>
            <a:srgbClr val="E3C12E">
              <a:alpha val="45000"/>
            </a:srgbClr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1082528" y="3291840"/>
            <a:ext cx="384048" cy="1828800"/>
          </a:xfrm>
          <a:prstGeom prst="rect">
            <a:avLst/>
          </a:prstGeom>
          <a:solidFill>
            <a:srgbClr val="E3C12E">
              <a:alpha val="45000"/>
            </a:srgbClr>
          </a:solidFill>
          <a:ln w="12700">
            <a:solidFill>
              <a:srgbClr val="E3C1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498080" y="5138928"/>
            <a:ext cx="42062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10312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VIDEO GAME</a:t>
            </a: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MARKET ANALYTICS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731520" y="3931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3C12E"/>
                </a:solidFill>
                <a:latin typeface="Segoe UI" pitchFamily="34" charset="0"/>
                <a:cs typeface="Segoe UI" pitchFamily="34" charset="-120"/>
              </a:rPr>
              <a:t>Análisis histórico de ventas, </a:t>
            </a:r>
            <a:r>
              <a:rPr lang="en-US" sz="1700" dirty="0" err="1">
                <a:solidFill>
                  <a:srgbClr val="E3C12E"/>
                </a:solidFill>
                <a:latin typeface="Segoe UI" pitchFamily="34" charset="0"/>
                <a:cs typeface="Segoe UI" pitchFamily="34" charset="-120"/>
              </a:rPr>
              <a:t>plataformas</a:t>
            </a:r>
            <a:r>
              <a:rPr lang="en-US" sz="1700" dirty="0">
                <a:solidFill>
                  <a:srgbClr val="E3C12E"/>
                </a:solidFill>
                <a:latin typeface="Segoe UI" pitchFamily="34" charset="0"/>
                <a:cs typeface="Segoe UI" pitchFamily="34" charset="-120"/>
              </a:rPr>
              <a:t> y valoraciones (1980–2016)</a:t>
            </a:r>
          </a:p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Segoe UI" pitchFamily="34" charset="0"/>
                <a:cs typeface="Segoe UI" pitchFamily="34" charset="-120"/>
              </a:rPr>
              <a:t>Fuente: </a:t>
            </a:r>
            <a:r>
              <a:rPr lang="en-US" sz="1400" i="1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Sales with Ratings (Kaggle)</a:t>
            </a:r>
            <a:endParaRPr lang="en-US" sz="1700" i="1" dirty="0"/>
          </a:p>
        </p:txBody>
      </p:sp>
      <p:sp>
        <p:nvSpPr>
          <p:cNvPr id="14" name="Text 11"/>
          <p:cNvSpPr/>
          <p:nvPr/>
        </p:nvSpPr>
        <p:spPr>
          <a:xfrm>
            <a:off x="73152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 proyecto Power BI  ·  Laia Estopañan Moreno</a:t>
            </a:r>
            <a:endParaRPr lang="en-US" sz="12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A849316-85D6-9630-8A51-F4A5B69795D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704320" y="6322047"/>
            <a:ext cx="316816" cy="320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¿Qué queremos responder con los datos?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06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F3E8B8"/>
          </a:solidFill>
          <a:ln w="12700">
            <a:solidFill>
              <a:srgbClr val="F3E8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1284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8600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DDD8C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Dimensionar el mercado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globales y evolución anual desde 1980.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3280" y="1737360"/>
            <a:ext cx="2606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657600" y="2011680"/>
            <a:ext cx="822960" cy="822960"/>
          </a:xfrm>
          <a:prstGeom prst="ellipse">
            <a:avLst/>
          </a:prstGeom>
          <a:solidFill>
            <a:srgbClr val="F3E8B8"/>
          </a:solidFill>
          <a:ln w="12700">
            <a:solidFill>
              <a:srgbClr val="F3E8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221284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DDD8C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5760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regiones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65760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 de Norteamérica, Europa, Japón y resto.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17920" y="1737360"/>
            <a:ext cx="2606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F3E8B8"/>
          </a:solidFill>
          <a:ln w="12700">
            <a:solidFill>
              <a:srgbClr val="F3E8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21284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DDD8C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9224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líderes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49224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Géneros, plataformas, editoras y juegos top.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052560" y="1737360"/>
            <a:ext cx="2606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1"/>
          <p:cNvSpPr/>
          <p:nvPr/>
        </p:nvSpPr>
        <p:spPr>
          <a:xfrm>
            <a:off x="9326880" y="2011680"/>
            <a:ext cx="822960" cy="822960"/>
          </a:xfrm>
          <a:prstGeom prst="ellipse">
            <a:avLst/>
          </a:prstGeom>
          <a:solidFill>
            <a:srgbClr val="F3E8B8"/>
          </a:solidFill>
          <a:ln w="12700">
            <a:solidFill>
              <a:srgbClr val="F3E8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48" y="2212848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DDD8C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932688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Medir la calidad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32688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Relación entre valoración crítica y ventas.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CLAVE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Qué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tamaño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tiene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el mercado?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520440" cy="2057400"/>
          </a:xfrm>
          <a:prstGeom prst="rect">
            <a:avLst/>
          </a:prstGeom>
          <a:solidFill>
            <a:srgbClr val="F3E8B8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73152" cy="20574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8.819 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vendidas a nivel global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20440" cy="2057400"/>
          </a:xfrm>
          <a:prstGeom prst="rect">
            <a:avLst/>
          </a:prstGeom>
          <a:solidFill>
            <a:srgbClr val="F3E8B8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73152" cy="20574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11.429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Videojuegos distintos analizados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204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73152" cy="20574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366760" y="1965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73152" cy="20574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6868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579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6868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977640"/>
            <a:ext cx="35204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73152" cy="20574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61772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68,99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461772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Puntuación media crítica (sobre 100)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977640"/>
            <a:ext cx="35204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046720" y="3977640"/>
            <a:ext cx="73152" cy="20574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36676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7,13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36676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Puntuación media usuarios (sobre 10)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1 · EVOLUCIÓN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Cómo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han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evolucionado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las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ventas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589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globales por año de lanzamiento (M unidades)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56835745"/>
              </p:ext>
            </p:extLst>
          </p:nvPr>
        </p:nvGraphicFramePr>
        <p:xfrm>
          <a:off x="731520" y="2103120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366760" y="1554480"/>
            <a:ext cx="3291840" cy="4663440"/>
          </a:xfrm>
          <a:prstGeom prst="rect">
            <a:avLst/>
          </a:prstGeom>
          <a:solidFill>
            <a:srgbClr val="1F1F1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410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3C1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671,8 M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6410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en 2008, el mejor año de la serie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200400"/>
            <a:ext cx="2743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41080" y="33375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2005–2011 concentra el 45% de todas las ventas.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PS2 / Wii / X360 impulsa el crecimiento.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Caída desde 2012; 2016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2 · REGIONES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Dónde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se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venden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más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videojuegos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589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por región (M unidades)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2103120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366760" y="1554480"/>
            <a:ext cx="3291840" cy="4663440"/>
          </a:xfrm>
          <a:prstGeom prst="rect">
            <a:avLst/>
          </a:prstGeom>
          <a:solidFill>
            <a:srgbClr val="1F1F1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410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3C1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49%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6410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las ventas globales proceden de Norteamérica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200400"/>
            <a:ext cx="2743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41080" y="33375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Europa aporta el 27%: segundo mercado clave.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Japón (15%) tiene gustos propios: RPG y Nintendo.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 del mundo: solo el 9%.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3 · GÉNEROS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Action vende más en volumen; Platform y Shooter, por juego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globales por género (M)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85800" y="2057400"/>
          <a:ext cx="52120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554480"/>
            <a:ext cx="5486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40080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 media por lanzamiento (M)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309360" y="2057400"/>
          <a:ext cx="52120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Action, Sports y Shooter suman el 46% de las ventas  ·  un juego Platform vende de media 0,94 M, 5 veces más que uno de Adventure (0,18 M)</a:t>
            </a:r>
            <a:endParaRPr lang="en-US" sz="11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1EBCB68-2F53-9235-CA24-FCF5BFFEDCA9}"/>
              </a:ext>
            </a:extLst>
          </p:cNvPr>
          <p:cNvSpPr/>
          <p:nvPr/>
        </p:nvSpPr>
        <p:spPr>
          <a:xfrm>
            <a:off x="548640" y="1280160"/>
            <a:ext cx="2494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s-ES" sz="1100" b="1" dirty="0"/>
              <a:t>¿Qué género vende más en total?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7E38D9F-0ED7-1335-1AE5-9840634314CD}"/>
              </a:ext>
            </a:extLst>
          </p:cNvPr>
          <p:cNvSpPr/>
          <p:nvPr/>
        </p:nvSpPr>
        <p:spPr>
          <a:xfrm>
            <a:off x="6172200" y="1274064"/>
            <a:ext cx="376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s-ES" sz="1100" b="1" dirty="0"/>
              <a:t>¿Qué género tiene más éxito por cada juego lanzado?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4 · PLATAFORMAS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Qué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consola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ha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vendido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más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videojuegos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589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plataformas por ventas globales (M)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2103120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366760" y="1554480"/>
            <a:ext cx="3291840" cy="4663440"/>
          </a:xfrm>
          <a:prstGeom prst="rect">
            <a:avLst/>
          </a:prstGeom>
          <a:solidFill>
            <a:srgbClr val="1F1F1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410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3C1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1.234 M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6410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vendidas en PS2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200400"/>
            <a:ext cx="2743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41080" y="33375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Sony lidera con PS2, PS3 y PS: 3 plataformas en el top 6.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Wii y DS confirman la fuerza de Nintendo en consolas.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PS4 aún en fase de crecimiento en 2016.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5 · EDITORAS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Qué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empresas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dominan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el mercado?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589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editoras por ventas globales (M)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2103120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366760" y="1554480"/>
            <a:ext cx="3291840" cy="4663440"/>
          </a:xfrm>
          <a:prstGeom prst="rect">
            <a:avLst/>
          </a:prstGeom>
          <a:solidFill>
            <a:srgbClr val="1F1F1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410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3C1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6410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las ventas globales son de Nintendo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200400"/>
            <a:ext cx="2743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41080" y="33375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10 primeras editoras concentran el 71% del mercado.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 y Activision completan el podio.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muy concentrado frente a 579 editoras.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6 · VIDEOJUEGOS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Cuáles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son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los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juegos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más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vendidos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589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videojuegos por ventas globales (M)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2103120"/>
          <a:ext cx="72237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366760" y="1554480"/>
            <a:ext cx="3291840" cy="4663440"/>
          </a:xfrm>
          <a:prstGeom prst="rect">
            <a:avLst/>
          </a:prstGeom>
          <a:solidFill>
            <a:srgbClr val="1F1F1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410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E3C1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82,5 M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64108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9D9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de Wii Sports, el juego más vendido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3200400"/>
            <a:ext cx="2743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41080" y="33375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de los 10 títulos son de Nintendo.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Mario, Pokémon, GTA y Call of Duty: franquicias que repiten.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packs con consola (Wii Sports) disparan las ventas.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HALLAZGO 7 · VALORACIONES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¿Una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buena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nota de la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crítica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hace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vender </a:t>
            </a:r>
            <a:r>
              <a:rPr lang="en-US" sz="2800" dirty="0" err="1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más</a:t>
            </a:r>
            <a:r>
              <a:rPr lang="en-US" sz="28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06040" cy="1234440"/>
          </a:xfrm>
          <a:prstGeom prst="rect">
            <a:avLst/>
          </a:prstGeom>
          <a:solidFill>
            <a:srgbClr val="F3E8B8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2.966 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de juegos Top Rated (≥80)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606040" cy="1234440"/>
          </a:xfrm>
          <a:prstGeom prst="rect">
            <a:avLst/>
          </a:prstGeom>
          <a:solidFill>
            <a:srgbClr val="F3E8B8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11880" y="1645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33,64%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188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las ventas totales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6446520" y="1645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1,50 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 media juego excelente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281160" y="1645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626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0,27 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 media juego con nota baja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3276601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62000" y="3105684"/>
            <a:ext cx="5191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 globales por segmento de crítica (M)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86015291"/>
              </p:ext>
            </p:extLst>
          </p:nvPr>
        </p:nvGraphicFramePr>
        <p:xfrm>
          <a:off x="483616" y="3566160"/>
          <a:ext cx="3367024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8366760" y="2971800"/>
            <a:ext cx="3291840" cy="3246120"/>
          </a:xfrm>
          <a:prstGeom prst="rect">
            <a:avLst/>
          </a:prstGeom>
          <a:solidFill>
            <a:srgbClr val="1F1F1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8595360" y="31546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 err="1">
                <a:solidFill>
                  <a:srgbClr val="E3C1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5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Relación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positiva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 mayor Critic Score,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mayores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globales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mayoría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juegos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70 y 85 puntos y entre 1 y 10 M de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excepciones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algunos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juegos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venden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mucho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críticas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medias o </a:t>
            </a:r>
            <a:r>
              <a:rPr lang="en-US" sz="135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bajas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  <a:p>
            <a:endParaRPr lang="es-ES" sz="1200" dirty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F6143974-9800-A8D3-B508-CD36A601EED5}"/>
              </a:ext>
            </a:extLst>
          </p:cNvPr>
          <p:cNvSpPr/>
          <p:nvPr/>
        </p:nvSpPr>
        <p:spPr>
          <a:xfrm>
            <a:off x="3915664" y="3017520"/>
            <a:ext cx="4425697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8" name="Image 0" descr="/mnt/user-data/uploads/image.png">
            <a:extLst>
              <a:ext uri="{FF2B5EF4-FFF2-40B4-BE49-F238E27FC236}">
                <a16:creationId xmlns:a16="http://schemas.microsoft.com/office/drawing/2014/main" id="{CDAB8D2F-9E85-4A3A-BEC3-722D4E0BD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717" y="3651731"/>
            <a:ext cx="4348644" cy="1913689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CEC255DD-A57C-FFD2-86B5-A3235FE72AA6}"/>
              </a:ext>
            </a:extLst>
          </p:cNvPr>
          <p:cNvSpPr/>
          <p:nvPr/>
        </p:nvSpPr>
        <p:spPr>
          <a:xfrm>
            <a:off x="3983735" y="5509662"/>
            <a:ext cx="344424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Nota: eje de ventas en escala logarítmica (1, 10, 100 M).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A88A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Game Market Analytics  |  Fuente: Video Game Sales with Ratings (Kaggle)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2140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Priorizar NA y Europa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2880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Concentrar lanzamientos y marketing en los mercados que suman el 76% de las </a:t>
            </a:r>
            <a:r>
              <a:rPr lang="en-US" sz="1250" dirty="0" err="1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ventas</a:t>
            </a:r>
            <a:r>
              <a:rPr lang="en-US" sz="125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446520" y="1920240"/>
            <a:ext cx="777240" cy="777240"/>
          </a:xfrm>
          <a:prstGeom prst="ellipse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12140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Apostar por géneros rentables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45236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y Sports por volumen; Platform y Shooter por venta media por juego.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48640" y="370332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22960" y="4023360"/>
            <a:ext cx="777240" cy="777240"/>
          </a:xfrm>
          <a:prstGeom prst="ellipse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22452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3977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Explotar franquicias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28800" y="44348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sagas (Mario, Pokémon o GTA) dominan el top: reducen riesgo y aseguran demanda.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70332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6446520" y="4023360"/>
            <a:ext cx="777240" cy="777240"/>
          </a:xfrm>
          <a:prstGeom prst="ellipse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224528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3977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Invertir en calidad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452360" y="44348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7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juego con nota ≥80 vende 5,5 veces más que uno con nota baja; vigilar también la opinión de usuarios.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C12E"/>
          </a:solidFill>
          <a:ln w="12700">
            <a:solidFill>
              <a:srgbClr val="E3C1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Gracias</a:t>
            </a:r>
          </a:p>
        </p:txBody>
      </p:sp>
      <p:sp>
        <p:nvSpPr>
          <p:cNvPr id="6" name="Text 3"/>
          <p:cNvSpPr/>
          <p:nvPr/>
        </p:nvSpPr>
        <p:spPr>
          <a:xfrm>
            <a:off x="4041648" y="4389120"/>
            <a:ext cx="4114800" cy="685800"/>
          </a:xfrm>
          <a:prstGeom prst="rect">
            <a:avLst/>
          </a:prstGeom>
          <a:solidFill>
            <a:srgbClr val="E3C1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u="sng" dirty="0">
                <a:solidFill>
                  <a:srgbClr val="1F1F1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ACCEDER AL POWER BI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743200" y="612648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 ·  Laia Estopañan Moreno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899</Words>
  <Application>Microsoft Office PowerPoint</Application>
  <PresentationFormat>Panorámica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Segoe UI</vt:lpstr>
      <vt:lpstr>Segoe UI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Game Market Analytics</dc:title>
  <dc:subject>PptxGenJS Presentation</dc:subject>
  <dc:creator>Laia Estopañan Moreno</dc:creator>
  <cp:lastModifiedBy>Laia Estopañan Moreno</cp:lastModifiedBy>
  <cp:revision>2</cp:revision>
  <dcterms:created xsi:type="dcterms:W3CDTF">2026-09-30T10:48:30Z</dcterms:created>
  <dcterms:modified xsi:type="dcterms:W3CDTF">2026-09-30T14:50:22Z</dcterms:modified>
</cp:coreProperties>
</file>